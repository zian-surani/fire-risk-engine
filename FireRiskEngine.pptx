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D5CF"/>
    <a:srgbClr val="00C2FF"/>
    <a:srgbClr val="1A2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7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87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544C-E9F6-51F0-2AFA-1D8E42CF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078CD-5130-7B0E-135C-881649979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DCB72-CB93-D5BC-4604-73D090469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B8531-AED6-7CE0-C4C6-709DF8ECF6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56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55970-C5C8-73DE-7696-AF31F6FA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16192-A8E2-F9DD-4900-97211536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84C73-356D-264B-1AC9-B082BB397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C8A52-AB31-83DA-5B76-2F8CC49F5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56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8565-AA7B-6C59-B1A9-6B329D4C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B3C73-2B6D-5225-3492-73AD809E2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5AA0E-58CB-5E18-5E96-9C0FBFAE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F0C87-CFF4-8E12-EFBB-11FD80605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2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5705856" y="-1170432"/>
            <a:ext cx="5029200" cy="5029200"/>
          </a:xfrm>
          <a:prstGeom prst="ellipse">
            <a:avLst/>
          </a:prstGeom>
          <a:solidFill>
            <a:srgbClr val="FF6B1A">
              <a:alpha val="12000"/>
            </a:srgbClr>
          </a:solidFill>
          <a:ln w="12700">
            <a:solidFill>
              <a:srgbClr val="FF6B1A">
                <a:alpha val="3000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500917" y="-685800"/>
            <a:ext cx="3840480" cy="3840480"/>
          </a:xfrm>
          <a:prstGeom prst="ellipse">
            <a:avLst/>
          </a:prstGeom>
          <a:solidFill>
            <a:srgbClr val="FFCC00">
              <a:alpha val="8000"/>
            </a:srgbClr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57200" y="914400"/>
            <a:ext cx="109728" cy="310896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58368" y="914400"/>
            <a:ext cx="3268980" cy="219456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6" name="Text 244"/>
          <p:cNvSpPr/>
          <p:nvPr/>
        </p:nvSpPr>
        <p:spPr>
          <a:xfrm>
            <a:off x="694944" y="932688"/>
            <a:ext cx="31958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FIRE DEPARTMENT · HACKATHON 2026</a:t>
            </a:r>
            <a:endParaRPr lang="en-US" sz="800" dirty="0"/>
          </a:p>
        </p:txBody>
      </p:sp>
      <p:sp>
        <p:nvSpPr>
          <p:cNvPr id="247" name="Text 245"/>
          <p:cNvSpPr/>
          <p:nvPr/>
        </p:nvSpPr>
        <p:spPr>
          <a:xfrm>
            <a:off x="658368" y="1234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FIRE RISK PREVENTION</a:t>
            </a:r>
            <a:endParaRPr lang="en-US" sz="4600" dirty="0"/>
          </a:p>
        </p:txBody>
      </p:sp>
      <p:sp>
        <p:nvSpPr>
          <p:cNvPr id="248" name="Text 246"/>
          <p:cNvSpPr/>
          <p:nvPr/>
        </p:nvSpPr>
        <p:spPr>
          <a:xfrm>
            <a:off x="658368" y="20848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&amp; RESPONSE OPTIMIZATION ENGINE</a:t>
            </a:r>
            <a:endParaRPr lang="en-US" sz="2800" dirty="0"/>
          </a:p>
        </p:txBody>
      </p:sp>
      <p:sp>
        <p:nvSpPr>
          <p:cNvPr id="249" name="Text 247"/>
          <p:cNvSpPr/>
          <p:nvPr/>
        </p:nvSpPr>
        <p:spPr>
          <a:xfrm>
            <a:off x="658368" y="2816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Decision Intelligence System</a:t>
            </a:r>
            <a:endParaRPr lang="en-US" sz="1500" dirty="0"/>
          </a:p>
        </p:txBody>
      </p:sp>
      <p:sp>
        <p:nvSpPr>
          <p:cNvPr id="250" name="Shape 248"/>
          <p:cNvSpPr/>
          <p:nvPr/>
        </p:nvSpPr>
        <p:spPr>
          <a:xfrm>
            <a:off x="658368" y="3337560"/>
            <a:ext cx="1463040" cy="34747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1" name="Text 249"/>
          <p:cNvSpPr/>
          <p:nvPr/>
        </p:nvSpPr>
        <p:spPr>
          <a:xfrm>
            <a:off x="704088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0E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PREDICT</a:t>
            </a:r>
            <a:endParaRPr lang="en-US" sz="1200" dirty="0"/>
          </a:p>
        </p:txBody>
      </p:sp>
      <p:sp>
        <p:nvSpPr>
          <p:cNvPr id="252" name="Shape 250"/>
          <p:cNvSpPr/>
          <p:nvPr/>
        </p:nvSpPr>
        <p:spPr>
          <a:xfrm>
            <a:off x="2395728" y="3337560"/>
            <a:ext cx="1463040" cy="34747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3" name="Text 251"/>
          <p:cNvSpPr/>
          <p:nvPr/>
        </p:nvSpPr>
        <p:spPr>
          <a:xfrm>
            <a:off x="2441448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0E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OPTIMIZE</a:t>
            </a:r>
            <a:endParaRPr lang="en-US" sz="1200" dirty="0"/>
          </a:p>
        </p:txBody>
      </p:sp>
      <p:sp>
        <p:nvSpPr>
          <p:cNvPr id="254" name="Shape 252"/>
          <p:cNvSpPr/>
          <p:nvPr/>
        </p:nvSpPr>
        <p:spPr>
          <a:xfrm>
            <a:off x="4133088" y="3337560"/>
            <a:ext cx="1463040" cy="347472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5" name="Text 253"/>
          <p:cNvSpPr/>
          <p:nvPr/>
        </p:nvSpPr>
        <p:spPr>
          <a:xfrm>
            <a:off x="4178808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0E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LEARN</a:t>
            </a:r>
            <a:endParaRPr lang="en-US" sz="1200" dirty="0"/>
          </a:p>
        </p:txBody>
      </p:sp>
      <p:sp>
        <p:nvSpPr>
          <p:cNvPr id="256" name="Shape 254"/>
          <p:cNvSpPr/>
          <p:nvPr/>
        </p:nvSpPr>
        <p:spPr>
          <a:xfrm>
            <a:off x="65836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9552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3268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06984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20700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34416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48132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61848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75564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89280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202996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216712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230428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244144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257860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271576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285292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299008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312724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26440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40156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353872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67588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81304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95020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408736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22452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361688" y="397764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pic>
        <p:nvPicPr>
          <p:cNvPr id="284" name="Picture 283">
            <a:extLst>
              <a:ext uri="{FF2B5EF4-FFF2-40B4-BE49-F238E27FC236}">
                <a16:creationId xmlns:a16="http://schemas.microsoft.com/office/drawing/2014/main" id="{EF9250DC-BDBB-DD98-4CB8-6669638B0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160" b="26567"/>
          <a:stretch>
            <a:fillRect/>
          </a:stretch>
        </p:blipFill>
        <p:spPr>
          <a:xfrm>
            <a:off x="4303776" y="3791711"/>
            <a:ext cx="379476" cy="3657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SYSTEM IS FAILING —</a:t>
            </a:r>
            <a:endParaRPr lang="en-US" sz="3400" dirty="0"/>
          </a:p>
        </p:txBody>
      </p:sp>
      <p:sp>
        <p:nvSpPr>
          <p:cNvPr id="245" name="Text 243"/>
          <p:cNvSpPr/>
          <p:nvPr/>
        </p:nvSpPr>
        <p:spPr>
          <a:xfrm>
            <a:off x="457200" y="9326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EVERY MINUTE OF DELAY COSTS LIVES &amp; PROPERTY</a:t>
            </a:r>
            <a:endParaRPr lang="en-US" sz="2000" dirty="0"/>
          </a:p>
        </p:txBody>
      </p:sp>
      <p:sp>
        <p:nvSpPr>
          <p:cNvPr id="246" name="Shape 244"/>
          <p:cNvSpPr/>
          <p:nvPr/>
        </p:nvSpPr>
        <p:spPr>
          <a:xfrm>
            <a:off x="411480" y="1536192"/>
            <a:ext cx="8321040" cy="694944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7" name="Shape 245"/>
          <p:cNvSpPr/>
          <p:nvPr/>
        </p:nvSpPr>
        <p:spPr>
          <a:xfrm>
            <a:off x="411480" y="1536192"/>
            <a:ext cx="73152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640080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ONLY</a:t>
            </a:r>
            <a:endParaRPr lang="en-US" sz="1300" dirty="0"/>
          </a:p>
        </p:txBody>
      </p:sp>
      <p:sp>
        <p:nvSpPr>
          <p:cNvPr id="249" name="Text 247"/>
          <p:cNvSpPr/>
          <p:nvPr/>
        </p:nvSpPr>
        <p:spPr>
          <a:xfrm>
            <a:off x="640080" y="18653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predictive layer — incidents detected after ignition, never before</a:t>
            </a:r>
            <a:endParaRPr lang="en-US" sz="1100" dirty="0"/>
          </a:p>
        </p:txBody>
      </p:sp>
      <p:sp>
        <p:nvSpPr>
          <p:cNvPr id="250" name="Shape 248"/>
          <p:cNvSpPr/>
          <p:nvPr/>
        </p:nvSpPr>
        <p:spPr>
          <a:xfrm>
            <a:off x="411480" y="2340864"/>
            <a:ext cx="8321040" cy="694944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1" name="Shape 249"/>
          <p:cNvSpPr/>
          <p:nvPr/>
        </p:nvSpPr>
        <p:spPr>
          <a:xfrm>
            <a:off x="411480" y="2340864"/>
            <a:ext cx="73152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640080" y="2395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INEFFICIENCY</a:t>
            </a:r>
            <a:endParaRPr lang="en-US" sz="1300" dirty="0"/>
          </a:p>
        </p:txBody>
      </p:sp>
      <p:sp>
        <p:nvSpPr>
          <p:cNvPr id="253" name="Text 251"/>
          <p:cNvSpPr/>
          <p:nvPr/>
        </p:nvSpPr>
        <p:spPr>
          <a:xfrm>
            <a:off x="640080" y="26700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unit allocation ignores real-time risk density and unit proximity</a:t>
            </a:r>
            <a:endParaRPr lang="en-US" sz="1100" dirty="0"/>
          </a:p>
        </p:txBody>
      </p:sp>
      <p:sp>
        <p:nvSpPr>
          <p:cNvPr id="254" name="Shape 252"/>
          <p:cNvSpPr/>
          <p:nvPr/>
        </p:nvSpPr>
        <p:spPr>
          <a:xfrm>
            <a:off x="411480" y="3145536"/>
            <a:ext cx="8321040" cy="694944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5" name="Shape 253"/>
          <p:cNvSpPr/>
          <p:nvPr/>
        </p:nvSpPr>
        <p:spPr>
          <a:xfrm>
            <a:off x="411480" y="3145536"/>
            <a:ext cx="73152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64008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FEEDBACK LOOP</a:t>
            </a:r>
            <a:endParaRPr lang="en-US" sz="1300" dirty="0"/>
          </a:p>
        </p:txBody>
      </p:sp>
      <p:sp>
        <p:nvSpPr>
          <p:cNvPr id="257" name="Text 255"/>
          <p:cNvSpPr/>
          <p:nvPr/>
        </p:nvSpPr>
        <p:spPr>
          <a:xfrm>
            <a:off x="640080" y="3474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data never re-enters the model; system never improves</a:t>
            </a:r>
            <a:endParaRPr lang="en-US" sz="1100" dirty="0"/>
          </a:p>
        </p:txBody>
      </p:sp>
      <p:sp>
        <p:nvSpPr>
          <p:cNvPr id="258" name="Shape 256"/>
          <p:cNvSpPr/>
          <p:nvPr/>
        </p:nvSpPr>
        <p:spPr>
          <a:xfrm>
            <a:off x="411480" y="3950208"/>
            <a:ext cx="8321040" cy="694944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9" name="Shape 257"/>
          <p:cNvSpPr/>
          <p:nvPr/>
        </p:nvSpPr>
        <p:spPr>
          <a:xfrm>
            <a:off x="411480" y="3950208"/>
            <a:ext cx="73152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640080" y="4005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BLIND SPOT</a:t>
            </a:r>
            <a:endParaRPr lang="en-US" sz="1300" dirty="0"/>
          </a:p>
        </p:txBody>
      </p:sp>
      <p:sp>
        <p:nvSpPr>
          <p:cNvPr id="261" name="Text 259"/>
          <p:cNvSpPr/>
          <p:nvPr/>
        </p:nvSpPr>
        <p:spPr>
          <a:xfrm>
            <a:off x="640080" y="42793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150K+ violations tracked manually with no link to incident probability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FROM REACTIVE TO ADAPTIVE INTELLIGENCE</a:t>
            </a:r>
            <a:endParaRPr lang="en-US" sz="3200" dirty="0"/>
          </a:p>
        </p:txBody>
      </p:sp>
      <p:sp>
        <p:nvSpPr>
          <p:cNvPr id="245" name="Shape 243"/>
          <p:cNvSpPr/>
          <p:nvPr/>
        </p:nvSpPr>
        <p:spPr>
          <a:xfrm>
            <a:off x="274320" y="1234440"/>
            <a:ext cx="3474720" cy="2560320"/>
          </a:xfrm>
          <a:prstGeom prst="rect">
            <a:avLst/>
          </a:prstGeom>
          <a:solidFill>
            <a:srgbClr val="1A0A0A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274320" y="1234440"/>
            <a:ext cx="34747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2743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BEFORE</a:t>
            </a:r>
            <a:endParaRPr lang="en-US" sz="1200" dirty="0"/>
          </a:p>
        </p:txBody>
      </p:sp>
      <p:sp>
        <p:nvSpPr>
          <p:cNvPr id="248" name="Text 246"/>
          <p:cNvSpPr/>
          <p:nvPr/>
        </p:nvSpPr>
        <p:spPr>
          <a:xfrm>
            <a:off x="5029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Static dispatch</a:t>
            </a:r>
            <a:endParaRPr lang="en-US" sz="1200" dirty="0"/>
          </a:p>
        </p:txBody>
      </p:sp>
      <p:sp>
        <p:nvSpPr>
          <p:cNvPr id="249" name="Text 247"/>
          <p:cNvSpPr/>
          <p:nvPr/>
        </p:nvSpPr>
        <p:spPr>
          <a:xfrm>
            <a:off x="50292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prediction</a:t>
            </a:r>
            <a:endParaRPr lang="en-US" sz="1200" dirty="0"/>
          </a:p>
        </p:txBody>
      </p:sp>
      <p:sp>
        <p:nvSpPr>
          <p:cNvPr id="250" name="Text 248"/>
          <p:cNvSpPr/>
          <p:nvPr/>
        </p:nvSpPr>
        <p:spPr>
          <a:xfrm>
            <a:off x="50292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Manual compliance</a:t>
            </a:r>
            <a:endParaRPr lang="en-US" sz="1200" dirty="0"/>
          </a:p>
        </p:txBody>
      </p:sp>
      <p:sp>
        <p:nvSpPr>
          <p:cNvPr id="252" name="Text 250"/>
          <p:cNvSpPr/>
          <p:nvPr/>
        </p:nvSpPr>
        <p:spPr>
          <a:xfrm>
            <a:off x="388620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3200" dirty="0"/>
          </a:p>
        </p:txBody>
      </p:sp>
      <p:sp>
        <p:nvSpPr>
          <p:cNvPr id="253" name="Text 251"/>
          <p:cNvSpPr/>
          <p:nvPr/>
        </p:nvSpPr>
        <p:spPr>
          <a:xfrm>
            <a:off x="356616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TRANSFORMS</a:t>
            </a:r>
            <a:endParaRPr lang="en-US" sz="800" dirty="0"/>
          </a:p>
        </p:txBody>
      </p:sp>
      <p:sp>
        <p:nvSpPr>
          <p:cNvPr id="254" name="Shape 252"/>
          <p:cNvSpPr/>
          <p:nvPr/>
        </p:nvSpPr>
        <p:spPr>
          <a:xfrm>
            <a:off x="5394960" y="1234440"/>
            <a:ext cx="3474720" cy="2560320"/>
          </a:xfrm>
          <a:prstGeom prst="rect">
            <a:avLst/>
          </a:prstGeom>
          <a:solidFill>
            <a:srgbClr val="0A1A0F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5" name="Shape 253"/>
          <p:cNvSpPr/>
          <p:nvPr/>
        </p:nvSpPr>
        <p:spPr>
          <a:xfrm>
            <a:off x="5394960" y="1234440"/>
            <a:ext cx="3474720" cy="320040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53949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0E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AFTER</a:t>
            </a:r>
            <a:endParaRPr lang="en-US" sz="1200" dirty="0"/>
          </a:p>
        </p:txBody>
      </p:sp>
      <p:sp>
        <p:nvSpPr>
          <p:cNvPr id="257" name="Text 255"/>
          <p:cNvSpPr/>
          <p:nvPr/>
        </p:nvSpPr>
        <p:spPr>
          <a:xfrm>
            <a:off x="55778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F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AI-optimized dispatch</a:t>
            </a:r>
            <a:endParaRPr lang="en-US" sz="1200" dirty="0"/>
          </a:p>
        </p:txBody>
      </p:sp>
      <p:sp>
        <p:nvSpPr>
          <p:cNvPr id="258" name="Text 256"/>
          <p:cNvSpPr/>
          <p:nvPr/>
        </p:nvSpPr>
        <p:spPr>
          <a:xfrm>
            <a:off x="55778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F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ML risk scoring</a:t>
            </a:r>
            <a:endParaRPr lang="en-US" sz="1200" dirty="0"/>
          </a:p>
        </p:txBody>
      </p:sp>
      <p:sp>
        <p:nvSpPr>
          <p:cNvPr id="259" name="Text 257"/>
          <p:cNvSpPr/>
          <p:nvPr/>
        </p:nvSpPr>
        <p:spPr>
          <a:xfrm>
            <a:off x="557784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F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Automated compliance intel</a:t>
            </a:r>
            <a:endParaRPr lang="en-US" sz="1200" dirty="0"/>
          </a:p>
        </p:txBody>
      </p:sp>
      <p:sp>
        <p:nvSpPr>
          <p:cNvPr id="260" name="Shape 258"/>
          <p:cNvSpPr/>
          <p:nvPr/>
        </p:nvSpPr>
        <p:spPr>
          <a:xfrm>
            <a:off x="274320" y="3950208"/>
            <a:ext cx="8595360" cy="502920"/>
          </a:xfrm>
          <a:prstGeom prst="rect">
            <a:avLst/>
          </a:prstGeom>
          <a:solidFill>
            <a:srgbClr val="0D1F2D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1" name="Text 25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 Reduced response time  ·  Fewer preventable incidents  ·  Continuous improvement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438912" y="467751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CLOSED-LOOP ADAPTIVE INTELLIGENCE</a:t>
            </a:r>
            <a:endParaRPr lang="en-US" sz="3000" dirty="0"/>
          </a:p>
        </p:txBody>
      </p:sp>
      <p:sp>
        <p:nvSpPr>
          <p:cNvPr id="245" name="Text 243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doesn't just predict — it learns from every outcome</a:t>
            </a:r>
            <a:endParaRPr lang="en-US" sz="1300" dirty="0"/>
          </a:p>
        </p:txBody>
      </p:sp>
      <p:sp>
        <p:nvSpPr>
          <p:cNvPr id="246" name="Shape 244"/>
          <p:cNvSpPr/>
          <p:nvPr/>
        </p:nvSpPr>
        <p:spPr>
          <a:xfrm>
            <a:off x="347472" y="1828800"/>
            <a:ext cx="1920240" cy="11887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7" name="Shape 245"/>
          <p:cNvSpPr/>
          <p:nvPr/>
        </p:nvSpPr>
        <p:spPr>
          <a:xfrm>
            <a:off x="347472" y="1828800"/>
            <a:ext cx="1920240" cy="914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438912" y="1984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PREDICT</a:t>
            </a:r>
            <a:endParaRPr lang="en-US" sz="1600" dirty="0"/>
          </a:p>
        </p:txBody>
      </p:sp>
      <p:sp>
        <p:nvSpPr>
          <p:cNvPr id="249" name="Text 247"/>
          <p:cNvSpPr/>
          <p:nvPr/>
        </p:nvSpPr>
        <p:spPr>
          <a:xfrm>
            <a:off x="438912" y="23591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generated pre-incident</a:t>
            </a:r>
            <a:endParaRPr lang="en-US" sz="1000" dirty="0"/>
          </a:p>
        </p:txBody>
      </p:sp>
      <p:sp>
        <p:nvSpPr>
          <p:cNvPr id="250" name="Text 248"/>
          <p:cNvSpPr/>
          <p:nvPr/>
        </p:nvSpPr>
        <p:spPr>
          <a:xfrm>
            <a:off x="2267712" y="2075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2000" dirty="0"/>
          </a:p>
        </p:txBody>
      </p:sp>
      <p:sp>
        <p:nvSpPr>
          <p:cNvPr id="251" name="Shape 249"/>
          <p:cNvSpPr/>
          <p:nvPr/>
        </p:nvSpPr>
        <p:spPr>
          <a:xfrm>
            <a:off x="2496312" y="1828800"/>
            <a:ext cx="1920240" cy="11887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2" name="Shape 250"/>
          <p:cNvSpPr/>
          <p:nvPr/>
        </p:nvSpPr>
        <p:spPr>
          <a:xfrm>
            <a:off x="2496312" y="1828800"/>
            <a:ext cx="1920240" cy="9144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2587752" y="1984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DISPATCH</a:t>
            </a:r>
            <a:endParaRPr lang="en-US" sz="1600" dirty="0"/>
          </a:p>
        </p:txBody>
      </p:sp>
      <p:sp>
        <p:nvSpPr>
          <p:cNvPr id="254" name="Text 252"/>
          <p:cNvSpPr/>
          <p:nvPr/>
        </p:nvSpPr>
        <p:spPr>
          <a:xfrm>
            <a:off x="2587752" y="23591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resource allocation</a:t>
            </a:r>
            <a:endParaRPr lang="en-US" sz="1000" dirty="0"/>
          </a:p>
        </p:txBody>
      </p:sp>
      <p:sp>
        <p:nvSpPr>
          <p:cNvPr id="255" name="Text 253"/>
          <p:cNvSpPr/>
          <p:nvPr/>
        </p:nvSpPr>
        <p:spPr>
          <a:xfrm>
            <a:off x="4416552" y="2075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2000" dirty="0"/>
          </a:p>
        </p:txBody>
      </p:sp>
      <p:sp>
        <p:nvSpPr>
          <p:cNvPr id="256" name="Shape 254"/>
          <p:cNvSpPr/>
          <p:nvPr/>
        </p:nvSpPr>
        <p:spPr>
          <a:xfrm>
            <a:off x="4645152" y="1828800"/>
            <a:ext cx="1920240" cy="11887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7" name="Shape 255"/>
          <p:cNvSpPr/>
          <p:nvPr/>
        </p:nvSpPr>
        <p:spPr>
          <a:xfrm>
            <a:off x="4645152" y="1828800"/>
            <a:ext cx="1920240" cy="91440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4736592" y="1984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FFD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OUTCOME</a:t>
            </a:r>
            <a:endParaRPr lang="en-US" sz="1600" dirty="0"/>
          </a:p>
        </p:txBody>
      </p:sp>
      <p:sp>
        <p:nvSpPr>
          <p:cNvPr id="259" name="Text 257"/>
          <p:cNvSpPr/>
          <p:nvPr/>
        </p:nvSpPr>
        <p:spPr>
          <a:xfrm>
            <a:off x="4736592" y="23591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result captured in real time</a:t>
            </a:r>
            <a:endParaRPr lang="en-US" sz="1000" dirty="0"/>
          </a:p>
        </p:txBody>
      </p:sp>
      <p:sp>
        <p:nvSpPr>
          <p:cNvPr id="260" name="Text 258"/>
          <p:cNvSpPr/>
          <p:nvPr/>
        </p:nvSpPr>
        <p:spPr>
          <a:xfrm>
            <a:off x="6565392" y="2075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2000" dirty="0"/>
          </a:p>
        </p:txBody>
      </p:sp>
      <p:sp>
        <p:nvSpPr>
          <p:cNvPr id="261" name="Shape 259"/>
          <p:cNvSpPr/>
          <p:nvPr/>
        </p:nvSpPr>
        <p:spPr>
          <a:xfrm>
            <a:off x="6793992" y="1828800"/>
            <a:ext cx="1920240" cy="11887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2" name="Shape 260"/>
          <p:cNvSpPr/>
          <p:nvPr/>
        </p:nvSpPr>
        <p:spPr>
          <a:xfrm>
            <a:off x="6793992" y="1828800"/>
            <a:ext cx="192024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6885432" y="1984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55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LEARN</a:t>
            </a:r>
            <a:endParaRPr lang="en-US" sz="1600" dirty="0"/>
          </a:p>
        </p:txBody>
      </p:sp>
      <p:sp>
        <p:nvSpPr>
          <p:cNvPr id="264" name="Text 262"/>
          <p:cNvSpPr/>
          <p:nvPr/>
        </p:nvSpPr>
        <p:spPr>
          <a:xfrm>
            <a:off x="6885432" y="23591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fed back to retrain model</a:t>
            </a:r>
            <a:endParaRPr lang="en-US" sz="1000" dirty="0"/>
          </a:p>
        </p:txBody>
      </p:sp>
      <p:sp>
        <p:nvSpPr>
          <p:cNvPr id="265" name="Shape 263"/>
          <p:cNvSpPr/>
          <p:nvPr/>
        </p:nvSpPr>
        <p:spPr>
          <a:xfrm>
            <a:off x="347472" y="3154680"/>
            <a:ext cx="8449056" cy="64008"/>
          </a:xfrm>
          <a:prstGeom prst="rect">
            <a:avLst/>
          </a:prstGeom>
          <a:solidFill>
            <a:srgbClr val="A855F7">
              <a:alpha val="6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347472" y="324612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 CONTINUOUS LEARNING LOOP — FEEDBACK RE-ENTERS MODEL EVERY 24 HOURS  ◄</a:t>
            </a:r>
            <a:endParaRPr lang="en-US" sz="1000" dirty="0"/>
          </a:p>
        </p:txBody>
      </p:sp>
      <p:sp>
        <p:nvSpPr>
          <p:cNvPr id="267" name="Text 265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Predicted vs. actual outcome delta drives automatic threshold recalibration</a:t>
            </a:r>
            <a:endParaRPr lang="en-US" sz="1100" dirty="0"/>
          </a:p>
        </p:txBody>
      </p:sp>
      <p:sp>
        <p:nvSpPr>
          <p:cNvPr id="268" name="Text 266"/>
          <p:cNvSpPr/>
          <p:nvPr/>
        </p:nvSpPr>
        <p:spPr>
          <a:xfrm>
            <a:off x="457200" y="39867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No static model decay — retrains on live incident, dispatch, and compliance streams</a:t>
            </a:r>
            <a:endParaRPr lang="en-US" sz="1100" dirty="0"/>
          </a:p>
        </p:txBody>
      </p:sp>
      <p:sp>
        <p:nvSpPr>
          <p:cNvPr id="269" name="Text 267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Most systems stop at prediction; this system improves post-deployment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659C4-9EC7-0023-40E9-7730FA86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A809CF-1008-9EDE-EFDC-ACD8E404A4BB}"/>
              </a:ext>
            </a:extLst>
          </p:cNvPr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5F9A04-52D0-FAEF-4717-BB76B08C5237}"/>
              </a:ext>
            </a:extLst>
          </p:cNvPr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1C7BDF-7D6D-4CD4-5249-E75B3D2873A3}"/>
              </a:ext>
            </a:extLst>
          </p:cNvPr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39F6A6-5F8A-5F6E-7B98-7B52EB1F90A3}"/>
              </a:ext>
            </a:extLst>
          </p:cNvPr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670C99F-5067-CD79-8824-F250871E5A1F}"/>
              </a:ext>
            </a:extLst>
          </p:cNvPr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E79C7E6-F41F-4184-D746-343BD06B9DCD}"/>
              </a:ext>
            </a:extLst>
          </p:cNvPr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C06A9BB-DAB3-D2A0-84A5-10B94151F6EE}"/>
              </a:ext>
            </a:extLst>
          </p:cNvPr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1BF8C22-EFC3-A4F7-45BD-008BF547FBAC}"/>
              </a:ext>
            </a:extLst>
          </p:cNvPr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50A1EB8-BC91-BDC2-137D-AFC425EC4BAE}"/>
              </a:ext>
            </a:extLst>
          </p:cNvPr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A5135D7-B178-DA8D-12DD-18A61E379BD7}"/>
              </a:ext>
            </a:extLst>
          </p:cNvPr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0E67CE3-1A0E-91F3-AABC-066730BE31CB}"/>
              </a:ext>
            </a:extLst>
          </p:cNvPr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4F7368B-0CD4-2AA6-1B21-649B9C0DB3DD}"/>
              </a:ext>
            </a:extLst>
          </p:cNvPr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6275FCD-88AA-3CF6-02CB-C5C9A894EDB3}"/>
              </a:ext>
            </a:extLst>
          </p:cNvPr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0857A8A-12D8-7822-4E74-EF8C53B79858}"/>
              </a:ext>
            </a:extLst>
          </p:cNvPr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582DFD9-28B6-B5BA-2EA1-3713730A7C4E}"/>
              </a:ext>
            </a:extLst>
          </p:cNvPr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554090D-8BFA-95FC-8078-00DF6206BE33}"/>
              </a:ext>
            </a:extLst>
          </p:cNvPr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0FEC736-7274-10D2-0577-CCE74D8DE067}"/>
              </a:ext>
            </a:extLst>
          </p:cNvPr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511AB95-EA6C-68D9-104A-87D471801ED1}"/>
              </a:ext>
            </a:extLst>
          </p:cNvPr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8325DB7-FB22-790A-4F6B-11CE61C60624}"/>
              </a:ext>
            </a:extLst>
          </p:cNvPr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33A765F-94B7-DD05-A590-61139E1685EC}"/>
              </a:ext>
            </a:extLst>
          </p:cNvPr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1236EEB-1582-C5C6-D632-78350A3F0FF0}"/>
              </a:ext>
            </a:extLst>
          </p:cNvPr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C8B4028-85FF-26DB-5537-12D9A0AE5408}"/>
              </a:ext>
            </a:extLst>
          </p:cNvPr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D005F04-0F2C-BFBD-F893-75D071A76373}"/>
              </a:ext>
            </a:extLst>
          </p:cNvPr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B7987AE-E0B0-3364-5637-BE267A75A524}"/>
              </a:ext>
            </a:extLst>
          </p:cNvPr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1BEF20E-C460-4A5C-7B54-34CFBF967C16}"/>
              </a:ext>
            </a:extLst>
          </p:cNvPr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B383871-F74B-ABAE-DFF0-3FF0C9C04D7E}"/>
              </a:ext>
            </a:extLst>
          </p:cNvPr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77FEA4B-23B2-F067-689F-EC37EC43161A}"/>
              </a:ext>
            </a:extLst>
          </p:cNvPr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8C757FF-C468-0894-E649-4B729CD36ABB}"/>
              </a:ext>
            </a:extLst>
          </p:cNvPr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BF99149-09F4-1F59-E7C5-B210273C7429}"/>
              </a:ext>
            </a:extLst>
          </p:cNvPr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BD71D1B-8F91-0B73-EFEE-23B194B56641}"/>
              </a:ext>
            </a:extLst>
          </p:cNvPr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68A886A-A115-E3FD-0AAD-287CAB65A9D0}"/>
              </a:ext>
            </a:extLst>
          </p:cNvPr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D7E6787-8775-1743-0C6C-2E0A83B8F76C}"/>
              </a:ext>
            </a:extLst>
          </p:cNvPr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497C00A-769E-C55B-7783-6FA2CC0F9A54}"/>
              </a:ext>
            </a:extLst>
          </p:cNvPr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1B142CE-FA84-3701-ACEC-CA568E0EEE12}"/>
              </a:ext>
            </a:extLst>
          </p:cNvPr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3F71BD5-A267-3727-CB44-60390FC73A56}"/>
              </a:ext>
            </a:extLst>
          </p:cNvPr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1CFB891-8DE1-43B5-F633-CA0F4C2F10A7}"/>
              </a:ext>
            </a:extLst>
          </p:cNvPr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4F6E617-5E37-B6C9-40B0-7B71233351E3}"/>
              </a:ext>
            </a:extLst>
          </p:cNvPr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993CA472-0C6C-ED6E-18F4-34BB2F275712}"/>
              </a:ext>
            </a:extLst>
          </p:cNvPr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2630617-A8CC-E9A7-DBB1-E1B059DF8115}"/>
              </a:ext>
            </a:extLst>
          </p:cNvPr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8568B069-1F45-BF4E-0D5F-5F75828F5950}"/>
              </a:ext>
            </a:extLst>
          </p:cNvPr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44F16C6-8C2F-4985-9370-6B5DC73FE244}"/>
              </a:ext>
            </a:extLst>
          </p:cNvPr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F24B375-D31C-6E23-54BB-BAAD562ABEA7}"/>
              </a:ext>
            </a:extLst>
          </p:cNvPr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B696E3D-C37C-684F-C35A-62C64D440DEE}"/>
              </a:ext>
            </a:extLst>
          </p:cNvPr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FED03D3-BA2B-53B4-E0CA-64AB28305B21}"/>
              </a:ext>
            </a:extLst>
          </p:cNvPr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F5E81D5E-FB89-F42B-CE2B-75F2D5F4C988}"/>
              </a:ext>
            </a:extLst>
          </p:cNvPr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7E3724CE-2936-9037-A722-867DFE493A65}"/>
              </a:ext>
            </a:extLst>
          </p:cNvPr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2306ECFA-3F8F-38BF-D2B8-AF60AB2BA8FD}"/>
              </a:ext>
            </a:extLst>
          </p:cNvPr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372A1B1A-779D-2686-EEF8-E692AC569354}"/>
              </a:ext>
            </a:extLst>
          </p:cNvPr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23DE8D4-9AD5-6041-4306-C1579DBFD59E}"/>
              </a:ext>
            </a:extLst>
          </p:cNvPr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CE5E4184-E123-3B37-4658-4DA61EC95A96}"/>
              </a:ext>
            </a:extLst>
          </p:cNvPr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ED71CF9-097E-E48F-B723-3923FA828018}"/>
              </a:ext>
            </a:extLst>
          </p:cNvPr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99FEE5AA-FF2A-BD45-67EC-75456C9A27B2}"/>
              </a:ext>
            </a:extLst>
          </p:cNvPr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D9370689-0A7F-D025-F83D-56D7F2883BDD}"/>
              </a:ext>
            </a:extLst>
          </p:cNvPr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6135B210-ACDC-999E-E01E-556E73532F9A}"/>
              </a:ext>
            </a:extLst>
          </p:cNvPr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9C388C6C-B00B-905D-B231-21803F258879}"/>
              </a:ext>
            </a:extLst>
          </p:cNvPr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28C2D267-8FDD-74CB-3655-FAA9DA711723}"/>
              </a:ext>
            </a:extLst>
          </p:cNvPr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BB1050D-CE97-5B55-1932-010EA47BBB7E}"/>
              </a:ext>
            </a:extLst>
          </p:cNvPr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83A498C5-1246-D64D-ED2F-35CCAE22D085}"/>
              </a:ext>
            </a:extLst>
          </p:cNvPr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D880C2F-85C6-45C5-579C-B69F3530E07E}"/>
              </a:ext>
            </a:extLst>
          </p:cNvPr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8B6A699D-E26B-E4D2-E295-14F45B0966DA}"/>
              </a:ext>
            </a:extLst>
          </p:cNvPr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B8BF6A74-39E5-8E97-9E0B-65160E787641}"/>
              </a:ext>
            </a:extLst>
          </p:cNvPr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F43D0997-0AD8-7232-4EC0-115CCC5980C5}"/>
              </a:ext>
            </a:extLst>
          </p:cNvPr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9B2F17C9-D16D-FF1D-809B-1CB672E7D5D7}"/>
              </a:ext>
            </a:extLst>
          </p:cNvPr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57E8CEA9-F66E-A24F-0E9D-6BA98793E1DF}"/>
              </a:ext>
            </a:extLst>
          </p:cNvPr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61F9412A-2015-9B35-66F4-61201E62BD83}"/>
              </a:ext>
            </a:extLst>
          </p:cNvPr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93AE5C68-AF67-CCC6-6188-49BE1DEEC820}"/>
              </a:ext>
            </a:extLst>
          </p:cNvPr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A65E9201-6BE5-37D3-6452-8EA7FF3F536E}"/>
              </a:ext>
            </a:extLst>
          </p:cNvPr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08E9A27E-FB1E-F2DE-2367-18D7613CE2DF}"/>
              </a:ext>
            </a:extLst>
          </p:cNvPr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FC3C8844-E443-F211-E2CF-6892B76B2DCF}"/>
              </a:ext>
            </a:extLst>
          </p:cNvPr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D206F8C8-E348-81CF-87D8-BF7870377759}"/>
              </a:ext>
            </a:extLst>
          </p:cNvPr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A44A16DC-FDDC-FA61-927B-B70D35142863}"/>
              </a:ext>
            </a:extLst>
          </p:cNvPr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E4DC34B0-C85E-9D43-3CE3-88FD5BB37166}"/>
              </a:ext>
            </a:extLst>
          </p:cNvPr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D1CD17AF-39BC-56E5-EBB6-49CF8494B6B7}"/>
              </a:ext>
            </a:extLst>
          </p:cNvPr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1F5E439C-E720-5525-4FBF-7A21958F4A7D}"/>
              </a:ext>
            </a:extLst>
          </p:cNvPr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0C050DC0-9B5F-D9B8-E0B2-679160D74EB7}"/>
              </a:ext>
            </a:extLst>
          </p:cNvPr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F9EC5565-2134-476A-6AC1-534DE51C94E6}"/>
              </a:ext>
            </a:extLst>
          </p:cNvPr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5161BB5A-8120-76C2-9362-19211C721777}"/>
              </a:ext>
            </a:extLst>
          </p:cNvPr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E6FE85F2-633C-700C-0AE4-1296E8D4B284}"/>
              </a:ext>
            </a:extLst>
          </p:cNvPr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3133838B-838E-0A23-76F3-0571090931DD}"/>
              </a:ext>
            </a:extLst>
          </p:cNvPr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E2065D07-1C00-2DDD-2F89-4805AF5388E8}"/>
              </a:ext>
            </a:extLst>
          </p:cNvPr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A9CA5616-801F-339D-2524-829D67446741}"/>
              </a:ext>
            </a:extLst>
          </p:cNvPr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A3FC97EE-6ABA-1A89-1C11-0E853170F7D6}"/>
              </a:ext>
            </a:extLst>
          </p:cNvPr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A4E583C2-2739-E2F8-1607-A2B24F587F47}"/>
              </a:ext>
            </a:extLst>
          </p:cNvPr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31227CBD-FF0F-6750-0DA1-7A2C3DEAE7F0}"/>
              </a:ext>
            </a:extLst>
          </p:cNvPr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203405DC-BC40-25D6-F28A-F1B74F6FAF20}"/>
              </a:ext>
            </a:extLst>
          </p:cNvPr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D1C0AEDC-A644-5D33-7E3C-418243101E97}"/>
              </a:ext>
            </a:extLst>
          </p:cNvPr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930A7B04-D600-F21E-EA5B-01CD0AFD3B24}"/>
              </a:ext>
            </a:extLst>
          </p:cNvPr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028881FA-4D0D-1BC1-EC54-C8A31B899D62}"/>
              </a:ext>
            </a:extLst>
          </p:cNvPr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AA191455-E444-E1F4-9A99-4BA1DD7028FF}"/>
              </a:ext>
            </a:extLst>
          </p:cNvPr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173B6E70-DED1-BC1D-277B-DBD5FCCF4D7D}"/>
              </a:ext>
            </a:extLst>
          </p:cNvPr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E7DA6969-838D-19B5-2EF4-08910767FF2B}"/>
              </a:ext>
            </a:extLst>
          </p:cNvPr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881F30E2-42CA-418D-7D2D-6416CBF8F450}"/>
              </a:ext>
            </a:extLst>
          </p:cNvPr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73F5F0AE-2F0C-84CB-F1C7-40C6E98C4DCD}"/>
              </a:ext>
            </a:extLst>
          </p:cNvPr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9168B113-8436-906F-909C-D83172CE932B}"/>
              </a:ext>
            </a:extLst>
          </p:cNvPr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5C900A9A-C363-5B90-B441-91BE6F8D7CAC}"/>
              </a:ext>
            </a:extLst>
          </p:cNvPr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251C3CBF-1AA1-30C7-27B1-75CF64BE6931}"/>
              </a:ext>
            </a:extLst>
          </p:cNvPr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29EE6FE4-2AC7-3A07-B511-052A06FED5D6}"/>
              </a:ext>
            </a:extLst>
          </p:cNvPr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EA11494B-6BE9-9085-393E-619F7B067EA7}"/>
              </a:ext>
            </a:extLst>
          </p:cNvPr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71C56089-A4B6-520D-F920-EBFF1D4945AA}"/>
              </a:ext>
            </a:extLst>
          </p:cNvPr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CF947E63-5788-FE14-6B2C-C1CFB6D8B121}"/>
              </a:ext>
            </a:extLst>
          </p:cNvPr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7AFB311D-9257-CAA6-00FE-F268632BBC45}"/>
              </a:ext>
            </a:extLst>
          </p:cNvPr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12C6D28B-E72F-0207-0600-BAF35E323F58}"/>
              </a:ext>
            </a:extLst>
          </p:cNvPr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34ADA219-3E30-C8F4-4F93-89D78A6FA418}"/>
              </a:ext>
            </a:extLst>
          </p:cNvPr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0217E790-27C2-962D-0830-E438CC8FA01E}"/>
              </a:ext>
            </a:extLst>
          </p:cNvPr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D3477125-FCE2-170F-5694-62C755DFA077}"/>
              </a:ext>
            </a:extLst>
          </p:cNvPr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C2F9580F-FCC8-74DB-5F6E-22B6A1635F58}"/>
              </a:ext>
            </a:extLst>
          </p:cNvPr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09390484-8D54-C5F2-9A6F-DEC61E074537}"/>
              </a:ext>
            </a:extLst>
          </p:cNvPr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CDBA9BD3-F714-0C0C-1BEE-12C9869035B6}"/>
              </a:ext>
            </a:extLst>
          </p:cNvPr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5D226B6B-ABE2-2B0B-33E7-9126893B3156}"/>
              </a:ext>
            </a:extLst>
          </p:cNvPr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CC107AAB-938B-8C00-5047-3A9171D3E91F}"/>
              </a:ext>
            </a:extLst>
          </p:cNvPr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744D5A61-CF9D-E0E6-2C0A-48499BF07B0D}"/>
              </a:ext>
            </a:extLst>
          </p:cNvPr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6E1690E0-7F32-D587-6E9C-579F07013D05}"/>
              </a:ext>
            </a:extLst>
          </p:cNvPr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6C52D7DF-5462-9408-96A7-F4F06CEAF5C1}"/>
              </a:ext>
            </a:extLst>
          </p:cNvPr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C17A27E3-4154-EF07-01F9-BC76C716C146}"/>
              </a:ext>
            </a:extLst>
          </p:cNvPr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A339CA0C-64A5-0AEF-65FB-D386FA04DCA5}"/>
              </a:ext>
            </a:extLst>
          </p:cNvPr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E69A71D8-5762-72E4-C69A-CEABD7A86973}"/>
              </a:ext>
            </a:extLst>
          </p:cNvPr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6504AAB3-3EAE-B340-94B5-BE95AE6EA798}"/>
              </a:ext>
            </a:extLst>
          </p:cNvPr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9204FE72-E156-946E-D0E8-E27A9F74BE41}"/>
              </a:ext>
            </a:extLst>
          </p:cNvPr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07A17B14-692B-5264-6675-F59D7B4434E9}"/>
              </a:ext>
            </a:extLst>
          </p:cNvPr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0335DCBF-47E4-FEFF-9BAC-3C4214B5200D}"/>
              </a:ext>
            </a:extLst>
          </p:cNvPr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A3AC8436-81E4-84C5-371E-7840DDEE5E8E}"/>
              </a:ext>
            </a:extLst>
          </p:cNvPr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0409566B-A6B4-812B-5303-C314BC313572}"/>
              </a:ext>
            </a:extLst>
          </p:cNvPr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C1308EBA-9B6D-D9E4-A779-855DD21B9FD4}"/>
              </a:ext>
            </a:extLst>
          </p:cNvPr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9EB8795D-7270-754E-8750-34013CC4513B}"/>
              </a:ext>
            </a:extLst>
          </p:cNvPr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0F684DC7-AAC3-86E0-A7E4-7F21BF228A2D}"/>
              </a:ext>
            </a:extLst>
          </p:cNvPr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F859F452-3E49-C130-2D3B-61758EC10973}"/>
              </a:ext>
            </a:extLst>
          </p:cNvPr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>
            <a:extLst>
              <a:ext uri="{FF2B5EF4-FFF2-40B4-BE49-F238E27FC236}">
                <a16:creationId xmlns:a16="http://schemas.microsoft.com/office/drawing/2014/main" id="{3BC5CABD-B295-8A19-0DA8-FAEDB35B0ED9}"/>
              </a:ext>
            </a:extLst>
          </p:cNvPr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A7A574C6-96F1-DD2E-8169-C55FA5ACCAC6}"/>
              </a:ext>
            </a:extLst>
          </p:cNvPr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674338B0-A06B-95E0-C7AC-B3B8F0C26CF0}"/>
              </a:ext>
            </a:extLst>
          </p:cNvPr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25E73936-4C39-9504-CA81-7F377432DCB8}"/>
              </a:ext>
            </a:extLst>
          </p:cNvPr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D47AA0BF-C3B6-EBA6-4E16-E9B879A05255}"/>
              </a:ext>
            </a:extLst>
          </p:cNvPr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BFB01F09-E2A9-6E2F-7A4C-337A9AEA962F}"/>
              </a:ext>
            </a:extLst>
          </p:cNvPr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1DE575E4-A74B-E74F-FC5C-A9B02D7061A8}"/>
              </a:ext>
            </a:extLst>
          </p:cNvPr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5C289B73-8C0D-1B73-C404-30E425B27FB9}"/>
              </a:ext>
            </a:extLst>
          </p:cNvPr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A2B676D1-7D01-9896-4B60-F1E473D6FF4F}"/>
              </a:ext>
            </a:extLst>
          </p:cNvPr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08AEA525-152A-0661-84B8-0BBCB7DE72CE}"/>
              </a:ext>
            </a:extLst>
          </p:cNvPr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0FCBB2F0-BA33-2A7D-7CB2-7CC770708770}"/>
              </a:ext>
            </a:extLst>
          </p:cNvPr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1A7BD6C5-9890-CA99-F8B7-440EB7D121FE}"/>
              </a:ext>
            </a:extLst>
          </p:cNvPr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CF83CFE7-2C45-9A90-88D9-F17E51C347DC}"/>
              </a:ext>
            </a:extLst>
          </p:cNvPr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BBE5E4C0-5B60-8C25-AD00-D5AA78CAEE7F}"/>
              </a:ext>
            </a:extLst>
          </p:cNvPr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>
            <a:extLst>
              <a:ext uri="{FF2B5EF4-FFF2-40B4-BE49-F238E27FC236}">
                <a16:creationId xmlns:a16="http://schemas.microsoft.com/office/drawing/2014/main" id="{549C03A0-5E71-2E31-2387-509E48BB091A}"/>
              </a:ext>
            </a:extLst>
          </p:cNvPr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9EC952F2-23B9-3394-5DC2-D542E9BF7E6A}"/>
              </a:ext>
            </a:extLst>
          </p:cNvPr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AE720EAD-F138-D232-1CAA-31D80E2F3300}"/>
              </a:ext>
            </a:extLst>
          </p:cNvPr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DDBDF22A-1D57-2A7D-B239-36507DD6BA97}"/>
              </a:ext>
            </a:extLst>
          </p:cNvPr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A3771192-880D-1D97-88F9-C070C0DA69E1}"/>
              </a:ext>
            </a:extLst>
          </p:cNvPr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0DAA51CA-19DC-7CDF-0C69-C6F433E1C5B2}"/>
              </a:ext>
            </a:extLst>
          </p:cNvPr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B240AFC7-F6E8-1550-E7E6-FCD570E0090B}"/>
              </a:ext>
            </a:extLst>
          </p:cNvPr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E4596A99-C444-427D-57A5-A9C06C1F5191}"/>
              </a:ext>
            </a:extLst>
          </p:cNvPr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>
            <a:extLst>
              <a:ext uri="{FF2B5EF4-FFF2-40B4-BE49-F238E27FC236}">
                <a16:creationId xmlns:a16="http://schemas.microsoft.com/office/drawing/2014/main" id="{C0104661-03EC-4FFF-1566-0F0F437BF66D}"/>
              </a:ext>
            </a:extLst>
          </p:cNvPr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>
            <a:extLst>
              <a:ext uri="{FF2B5EF4-FFF2-40B4-BE49-F238E27FC236}">
                <a16:creationId xmlns:a16="http://schemas.microsoft.com/office/drawing/2014/main" id="{A59A58D4-DB18-78F1-2CCF-698744907990}"/>
              </a:ext>
            </a:extLst>
          </p:cNvPr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>
            <a:extLst>
              <a:ext uri="{FF2B5EF4-FFF2-40B4-BE49-F238E27FC236}">
                <a16:creationId xmlns:a16="http://schemas.microsoft.com/office/drawing/2014/main" id="{2E568399-E80E-1A48-629C-A1CD03017F39}"/>
              </a:ext>
            </a:extLst>
          </p:cNvPr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>
            <a:extLst>
              <a:ext uri="{FF2B5EF4-FFF2-40B4-BE49-F238E27FC236}">
                <a16:creationId xmlns:a16="http://schemas.microsoft.com/office/drawing/2014/main" id="{84A48F52-6774-8421-1554-A948B994F643}"/>
              </a:ext>
            </a:extLst>
          </p:cNvPr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2BFD9BDA-38DB-28EB-53F1-9359B7B585B1}"/>
              </a:ext>
            </a:extLst>
          </p:cNvPr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87F259F6-4FC7-B897-0003-B0DFF7F87EB7}"/>
              </a:ext>
            </a:extLst>
          </p:cNvPr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25447669-FA9E-9D62-E08D-62F10A62F680}"/>
              </a:ext>
            </a:extLst>
          </p:cNvPr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F830D48E-3F73-4EC7-1B8B-003062C28192}"/>
              </a:ext>
            </a:extLst>
          </p:cNvPr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>
            <a:extLst>
              <a:ext uri="{FF2B5EF4-FFF2-40B4-BE49-F238E27FC236}">
                <a16:creationId xmlns:a16="http://schemas.microsoft.com/office/drawing/2014/main" id="{A59523D9-A149-9FD7-D095-B92B764B72B1}"/>
              </a:ext>
            </a:extLst>
          </p:cNvPr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9320EC83-3DB5-8665-EB4E-907138054222}"/>
              </a:ext>
            </a:extLst>
          </p:cNvPr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>
            <a:extLst>
              <a:ext uri="{FF2B5EF4-FFF2-40B4-BE49-F238E27FC236}">
                <a16:creationId xmlns:a16="http://schemas.microsoft.com/office/drawing/2014/main" id="{7B126034-DF62-02F2-6155-BCC87C8160A6}"/>
              </a:ext>
            </a:extLst>
          </p:cNvPr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414A9AD8-0212-0FB5-E47D-97BAC1F3F154}"/>
              </a:ext>
            </a:extLst>
          </p:cNvPr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>
            <a:extLst>
              <a:ext uri="{FF2B5EF4-FFF2-40B4-BE49-F238E27FC236}">
                <a16:creationId xmlns:a16="http://schemas.microsoft.com/office/drawing/2014/main" id="{2A4D8560-B4A6-A12D-8710-121A7F80E86A}"/>
              </a:ext>
            </a:extLst>
          </p:cNvPr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8253DC43-18F8-C237-D9EE-30D91DE902AE}"/>
              </a:ext>
            </a:extLst>
          </p:cNvPr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>
            <a:extLst>
              <a:ext uri="{FF2B5EF4-FFF2-40B4-BE49-F238E27FC236}">
                <a16:creationId xmlns:a16="http://schemas.microsoft.com/office/drawing/2014/main" id="{CBB6243C-1BFC-DFE8-7DE0-EAC3F5501B14}"/>
              </a:ext>
            </a:extLst>
          </p:cNvPr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>
            <a:extLst>
              <a:ext uri="{FF2B5EF4-FFF2-40B4-BE49-F238E27FC236}">
                <a16:creationId xmlns:a16="http://schemas.microsoft.com/office/drawing/2014/main" id="{D319044F-86C2-DBC4-0983-C582BB6BAC33}"/>
              </a:ext>
            </a:extLst>
          </p:cNvPr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>
            <a:extLst>
              <a:ext uri="{FF2B5EF4-FFF2-40B4-BE49-F238E27FC236}">
                <a16:creationId xmlns:a16="http://schemas.microsoft.com/office/drawing/2014/main" id="{C699E1FB-0570-0FAD-50F5-18B4DD6EAC9D}"/>
              </a:ext>
            </a:extLst>
          </p:cNvPr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9292BF75-09D0-C002-9DC9-8F764E8FCCD0}"/>
              </a:ext>
            </a:extLst>
          </p:cNvPr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>
            <a:extLst>
              <a:ext uri="{FF2B5EF4-FFF2-40B4-BE49-F238E27FC236}">
                <a16:creationId xmlns:a16="http://schemas.microsoft.com/office/drawing/2014/main" id="{F001505A-5C74-A7C5-991E-A0A67F65DBF3}"/>
              </a:ext>
            </a:extLst>
          </p:cNvPr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>
            <a:extLst>
              <a:ext uri="{FF2B5EF4-FFF2-40B4-BE49-F238E27FC236}">
                <a16:creationId xmlns:a16="http://schemas.microsoft.com/office/drawing/2014/main" id="{63B09AA4-2AFE-CFAC-202B-335A348A8681}"/>
              </a:ext>
            </a:extLst>
          </p:cNvPr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>
            <a:extLst>
              <a:ext uri="{FF2B5EF4-FFF2-40B4-BE49-F238E27FC236}">
                <a16:creationId xmlns:a16="http://schemas.microsoft.com/office/drawing/2014/main" id="{DCDC9B98-209F-BB96-C084-B1B17F3DFD2C}"/>
              </a:ext>
            </a:extLst>
          </p:cNvPr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748417FE-5CE0-7E3D-2DC4-87F8309ADD11}"/>
              </a:ext>
            </a:extLst>
          </p:cNvPr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CA975D67-73F3-6E25-4503-15666697C50F}"/>
              </a:ext>
            </a:extLst>
          </p:cNvPr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5576CACF-3C8A-93DD-C757-C7AB77FD3AF1}"/>
              </a:ext>
            </a:extLst>
          </p:cNvPr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>
            <a:extLst>
              <a:ext uri="{FF2B5EF4-FFF2-40B4-BE49-F238E27FC236}">
                <a16:creationId xmlns:a16="http://schemas.microsoft.com/office/drawing/2014/main" id="{654E0809-A070-2B4B-B902-4CF40E4C8F1F}"/>
              </a:ext>
            </a:extLst>
          </p:cNvPr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>
            <a:extLst>
              <a:ext uri="{FF2B5EF4-FFF2-40B4-BE49-F238E27FC236}">
                <a16:creationId xmlns:a16="http://schemas.microsoft.com/office/drawing/2014/main" id="{46E91DB5-720F-43BB-3792-D8592F7F6FE8}"/>
              </a:ext>
            </a:extLst>
          </p:cNvPr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>
            <a:extLst>
              <a:ext uri="{FF2B5EF4-FFF2-40B4-BE49-F238E27FC236}">
                <a16:creationId xmlns:a16="http://schemas.microsoft.com/office/drawing/2014/main" id="{4DC3A007-D77C-FB44-9A5E-65B32833D514}"/>
              </a:ext>
            </a:extLst>
          </p:cNvPr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446B934A-0381-51AA-BA6F-3E6BDD7CE82F}"/>
              </a:ext>
            </a:extLst>
          </p:cNvPr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>
            <a:extLst>
              <a:ext uri="{FF2B5EF4-FFF2-40B4-BE49-F238E27FC236}">
                <a16:creationId xmlns:a16="http://schemas.microsoft.com/office/drawing/2014/main" id="{86FCC1A2-8BBC-3E09-75AB-7985397DECED}"/>
              </a:ext>
            </a:extLst>
          </p:cNvPr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>
            <a:extLst>
              <a:ext uri="{FF2B5EF4-FFF2-40B4-BE49-F238E27FC236}">
                <a16:creationId xmlns:a16="http://schemas.microsoft.com/office/drawing/2014/main" id="{1C88C91E-0B51-F1DA-4E90-E8E461657C3A}"/>
              </a:ext>
            </a:extLst>
          </p:cNvPr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>
            <a:extLst>
              <a:ext uri="{FF2B5EF4-FFF2-40B4-BE49-F238E27FC236}">
                <a16:creationId xmlns:a16="http://schemas.microsoft.com/office/drawing/2014/main" id="{8C8F7C54-97A8-AB17-BA69-79452A05447F}"/>
              </a:ext>
            </a:extLst>
          </p:cNvPr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ED8277D6-4D46-1944-9024-165FE8F5F845}"/>
              </a:ext>
            </a:extLst>
          </p:cNvPr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>
            <a:extLst>
              <a:ext uri="{FF2B5EF4-FFF2-40B4-BE49-F238E27FC236}">
                <a16:creationId xmlns:a16="http://schemas.microsoft.com/office/drawing/2014/main" id="{B4B54FC2-695E-41BE-C6C3-A7D22DFCAFCD}"/>
              </a:ext>
            </a:extLst>
          </p:cNvPr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>
            <a:extLst>
              <a:ext uri="{FF2B5EF4-FFF2-40B4-BE49-F238E27FC236}">
                <a16:creationId xmlns:a16="http://schemas.microsoft.com/office/drawing/2014/main" id="{7DB77DE6-1AEC-8FB8-BD5E-50F795072595}"/>
              </a:ext>
            </a:extLst>
          </p:cNvPr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>
            <a:extLst>
              <a:ext uri="{FF2B5EF4-FFF2-40B4-BE49-F238E27FC236}">
                <a16:creationId xmlns:a16="http://schemas.microsoft.com/office/drawing/2014/main" id="{331C8329-DE01-4F17-F77D-46C96A8A6F95}"/>
              </a:ext>
            </a:extLst>
          </p:cNvPr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>
            <a:extLst>
              <a:ext uri="{FF2B5EF4-FFF2-40B4-BE49-F238E27FC236}">
                <a16:creationId xmlns:a16="http://schemas.microsoft.com/office/drawing/2014/main" id="{BD8EED8C-AFDD-4F08-9527-D1CF0F8584A1}"/>
              </a:ext>
            </a:extLst>
          </p:cNvPr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>
            <a:extLst>
              <a:ext uri="{FF2B5EF4-FFF2-40B4-BE49-F238E27FC236}">
                <a16:creationId xmlns:a16="http://schemas.microsoft.com/office/drawing/2014/main" id="{DFA6984F-0F28-D5B1-3F27-47BFF083FDFB}"/>
              </a:ext>
            </a:extLst>
          </p:cNvPr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>
            <a:extLst>
              <a:ext uri="{FF2B5EF4-FFF2-40B4-BE49-F238E27FC236}">
                <a16:creationId xmlns:a16="http://schemas.microsoft.com/office/drawing/2014/main" id="{4551A114-92FE-8BEE-4B27-5172C290DDFE}"/>
              </a:ext>
            </a:extLst>
          </p:cNvPr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>
            <a:extLst>
              <a:ext uri="{FF2B5EF4-FFF2-40B4-BE49-F238E27FC236}">
                <a16:creationId xmlns:a16="http://schemas.microsoft.com/office/drawing/2014/main" id="{946BE05C-A8E3-4F97-F036-000914009D0F}"/>
              </a:ext>
            </a:extLst>
          </p:cNvPr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689457BE-E6B4-D6AE-D4B7-39FFF1F55F0E}"/>
              </a:ext>
            </a:extLst>
          </p:cNvPr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>
            <a:extLst>
              <a:ext uri="{FF2B5EF4-FFF2-40B4-BE49-F238E27FC236}">
                <a16:creationId xmlns:a16="http://schemas.microsoft.com/office/drawing/2014/main" id="{7F43DC7E-50C8-B570-D47C-60C7E32AA390}"/>
              </a:ext>
            </a:extLst>
          </p:cNvPr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6C82006D-6A94-FC4C-D2BC-D2104A0D5EDC}"/>
              </a:ext>
            </a:extLst>
          </p:cNvPr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>
            <a:extLst>
              <a:ext uri="{FF2B5EF4-FFF2-40B4-BE49-F238E27FC236}">
                <a16:creationId xmlns:a16="http://schemas.microsoft.com/office/drawing/2014/main" id="{F93F4C39-3DF1-6DBC-82C7-13AD16AD4672}"/>
              </a:ext>
            </a:extLst>
          </p:cNvPr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99422559-C663-B358-08ED-E31165D2FA17}"/>
              </a:ext>
            </a:extLst>
          </p:cNvPr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>
            <a:extLst>
              <a:ext uri="{FF2B5EF4-FFF2-40B4-BE49-F238E27FC236}">
                <a16:creationId xmlns:a16="http://schemas.microsoft.com/office/drawing/2014/main" id="{C9467F34-3BEE-E6E9-52D4-F6F9D7B9E1F6}"/>
              </a:ext>
            </a:extLst>
          </p:cNvPr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>
            <a:extLst>
              <a:ext uri="{FF2B5EF4-FFF2-40B4-BE49-F238E27FC236}">
                <a16:creationId xmlns:a16="http://schemas.microsoft.com/office/drawing/2014/main" id="{B2358E28-3BA1-BA18-81EE-7DE57B658132}"/>
              </a:ext>
            </a:extLst>
          </p:cNvPr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>
            <a:extLst>
              <a:ext uri="{FF2B5EF4-FFF2-40B4-BE49-F238E27FC236}">
                <a16:creationId xmlns:a16="http://schemas.microsoft.com/office/drawing/2014/main" id="{3F490CB5-EEF4-D755-F635-CFD15B21567C}"/>
              </a:ext>
            </a:extLst>
          </p:cNvPr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>
            <a:extLst>
              <a:ext uri="{FF2B5EF4-FFF2-40B4-BE49-F238E27FC236}">
                <a16:creationId xmlns:a16="http://schemas.microsoft.com/office/drawing/2014/main" id="{62BA794A-79C5-0D66-13FE-5DDB8AF3E80D}"/>
              </a:ext>
            </a:extLst>
          </p:cNvPr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>
            <a:extLst>
              <a:ext uri="{FF2B5EF4-FFF2-40B4-BE49-F238E27FC236}">
                <a16:creationId xmlns:a16="http://schemas.microsoft.com/office/drawing/2014/main" id="{239273E3-487D-5179-84A2-E3C7933CE930}"/>
              </a:ext>
            </a:extLst>
          </p:cNvPr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>
            <a:extLst>
              <a:ext uri="{FF2B5EF4-FFF2-40B4-BE49-F238E27FC236}">
                <a16:creationId xmlns:a16="http://schemas.microsoft.com/office/drawing/2014/main" id="{5170DC53-DFF7-8403-D4FE-EDB53D6CFE2C}"/>
              </a:ext>
            </a:extLst>
          </p:cNvPr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>
            <a:extLst>
              <a:ext uri="{FF2B5EF4-FFF2-40B4-BE49-F238E27FC236}">
                <a16:creationId xmlns:a16="http://schemas.microsoft.com/office/drawing/2014/main" id="{9A82D612-74E1-7E4A-F636-E6AAAC4F38EF}"/>
              </a:ext>
            </a:extLst>
          </p:cNvPr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>
            <a:extLst>
              <a:ext uri="{FF2B5EF4-FFF2-40B4-BE49-F238E27FC236}">
                <a16:creationId xmlns:a16="http://schemas.microsoft.com/office/drawing/2014/main" id="{98EDD78E-1403-983B-45C9-C549C53EAC1C}"/>
              </a:ext>
            </a:extLst>
          </p:cNvPr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>
            <a:extLst>
              <a:ext uri="{FF2B5EF4-FFF2-40B4-BE49-F238E27FC236}">
                <a16:creationId xmlns:a16="http://schemas.microsoft.com/office/drawing/2014/main" id="{4FE0A504-7D58-A08E-2400-BA6150E67FAD}"/>
              </a:ext>
            </a:extLst>
          </p:cNvPr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>
            <a:extLst>
              <a:ext uri="{FF2B5EF4-FFF2-40B4-BE49-F238E27FC236}">
                <a16:creationId xmlns:a16="http://schemas.microsoft.com/office/drawing/2014/main" id="{9122B9A7-FD0A-1A92-CB93-D9F4F63DACA7}"/>
              </a:ext>
            </a:extLst>
          </p:cNvPr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>
            <a:extLst>
              <a:ext uri="{FF2B5EF4-FFF2-40B4-BE49-F238E27FC236}">
                <a16:creationId xmlns:a16="http://schemas.microsoft.com/office/drawing/2014/main" id="{A1DF07F6-E3AC-433F-D1FD-F9F0C916B298}"/>
              </a:ext>
            </a:extLst>
          </p:cNvPr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>
            <a:extLst>
              <a:ext uri="{FF2B5EF4-FFF2-40B4-BE49-F238E27FC236}">
                <a16:creationId xmlns:a16="http://schemas.microsoft.com/office/drawing/2014/main" id="{FF5A852D-3CED-BA40-CB19-8C443E8D0ADD}"/>
              </a:ext>
            </a:extLst>
          </p:cNvPr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>
            <a:extLst>
              <a:ext uri="{FF2B5EF4-FFF2-40B4-BE49-F238E27FC236}">
                <a16:creationId xmlns:a16="http://schemas.microsoft.com/office/drawing/2014/main" id="{E19E59D1-DBFB-A2C3-9283-B7AA676BB891}"/>
              </a:ext>
            </a:extLst>
          </p:cNvPr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>
            <a:extLst>
              <a:ext uri="{FF2B5EF4-FFF2-40B4-BE49-F238E27FC236}">
                <a16:creationId xmlns:a16="http://schemas.microsoft.com/office/drawing/2014/main" id="{FA2FC0C4-56C2-6A56-E754-29F7C6CAA614}"/>
              </a:ext>
            </a:extLst>
          </p:cNvPr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>
            <a:extLst>
              <a:ext uri="{FF2B5EF4-FFF2-40B4-BE49-F238E27FC236}">
                <a16:creationId xmlns:a16="http://schemas.microsoft.com/office/drawing/2014/main" id="{39CB5487-D52C-697F-1603-F49960F14941}"/>
              </a:ext>
            </a:extLst>
          </p:cNvPr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>
            <a:extLst>
              <a:ext uri="{FF2B5EF4-FFF2-40B4-BE49-F238E27FC236}">
                <a16:creationId xmlns:a16="http://schemas.microsoft.com/office/drawing/2014/main" id="{99BC8817-B1A0-E4E3-687C-3E52EBE59245}"/>
              </a:ext>
            </a:extLst>
          </p:cNvPr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>
            <a:extLst>
              <a:ext uri="{FF2B5EF4-FFF2-40B4-BE49-F238E27FC236}">
                <a16:creationId xmlns:a16="http://schemas.microsoft.com/office/drawing/2014/main" id="{AC3C6360-01E8-94AC-C224-8ECB3B0D8200}"/>
              </a:ext>
            </a:extLst>
          </p:cNvPr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>
            <a:extLst>
              <a:ext uri="{FF2B5EF4-FFF2-40B4-BE49-F238E27FC236}">
                <a16:creationId xmlns:a16="http://schemas.microsoft.com/office/drawing/2014/main" id="{2F516486-E036-56CF-CAA2-FCDC8BCBF6F8}"/>
              </a:ext>
            </a:extLst>
          </p:cNvPr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>
            <a:extLst>
              <a:ext uri="{FF2B5EF4-FFF2-40B4-BE49-F238E27FC236}">
                <a16:creationId xmlns:a16="http://schemas.microsoft.com/office/drawing/2014/main" id="{EC097660-DB42-5E11-6D7D-75B06BC9661B}"/>
              </a:ext>
            </a:extLst>
          </p:cNvPr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>
            <a:extLst>
              <a:ext uri="{FF2B5EF4-FFF2-40B4-BE49-F238E27FC236}">
                <a16:creationId xmlns:a16="http://schemas.microsoft.com/office/drawing/2014/main" id="{5C5A74BD-CB7E-B4E8-8ECA-9B6A57EB2DB4}"/>
              </a:ext>
            </a:extLst>
          </p:cNvPr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>
            <a:extLst>
              <a:ext uri="{FF2B5EF4-FFF2-40B4-BE49-F238E27FC236}">
                <a16:creationId xmlns:a16="http://schemas.microsoft.com/office/drawing/2014/main" id="{0D9394F5-5167-13D1-FAFF-2577C96021DF}"/>
              </a:ext>
            </a:extLst>
          </p:cNvPr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>
            <a:extLst>
              <a:ext uri="{FF2B5EF4-FFF2-40B4-BE49-F238E27FC236}">
                <a16:creationId xmlns:a16="http://schemas.microsoft.com/office/drawing/2014/main" id="{F3A4ADB1-2F83-AFAB-61E3-B93C10A63D14}"/>
              </a:ext>
            </a:extLst>
          </p:cNvPr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>
            <a:extLst>
              <a:ext uri="{FF2B5EF4-FFF2-40B4-BE49-F238E27FC236}">
                <a16:creationId xmlns:a16="http://schemas.microsoft.com/office/drawing/2014/main" id="{156D5D5B-5655-1D7F-1AD4-ED22D1B39E3E}"/>
              </a:ext>
            </a:extLst>
          </p:cNvPr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>
            <a:extLst>
              <a:ext uri="{FF2B5EF4-FFF2-40B4-BE49-F238E27FC236}">
                <a16:creationId xmlns:a16="http://schemas.microsoft.com/office/drawing/2014/main" id="{363BAE49-D125-945C-946B-857E6746651C}"/>
              </a:ext>
            </a:extLst>
          </p:cNvPr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>
            <a:extLst>
              <a:ext uri="{FF2B5EF4-FFF2-40B4-BE49-F238E27FC236}">
                <a16:creationId xmlns:a16="http://schemas.microsoft.com/office/drawing/2014/main" id="{DB2416EA-8F73-92C9-F3B0-4D6C6839F448}"/>
              </a:ext>
            </a:extLst>
          </p:cNvPr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>
            <a:extLst>
              <a:ext uri="{FF2B5EF4-FFF2-40B4-BE49-F238E27FC236}">
                <a16:creationId xmlns:a16="http://schemas.microsoft.com/office/drawing/2014/main" id="{E9CA813E-57F7-0B7C-D0C4-DFBBF82EF512}"/>
              </a:ext>
            </a:extLst>
          </p:cNvPr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>
            <a:extLst>
              <a:ext uri="{FF2B5EF4-FFF2-40B4-BE49-F238E27FC236}">
                <a16:creationId xmlns:a16="http://schemas.microsoft.com/office/drawing/2014/main" id="{9213CE1B-F2CF-61D5-4736-2ECD11AA6F6C}"/>
              </a:ext>
            </a:extLst>
          </p:cNvPr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>
            <a:extLst>
              <a:ext uri="{FF2B5EF4-FFF2-40B4-BE49-F238E27FC236}">
                <a16:creationId xmlns:a16="http://schemas.microsoft.com/office/drawing/2014/main" id="{68D4530B-6D8B-6F40-078A-E3AD9442ED07}"/>
              </a:ext>
            </a:extLst>
          </p:cNvPr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>
            <a:extLst>
              <a:ext uri="{FF2B5EF4-FFF2-40B4-BE49-F238E27FC236}">
                <a16:creationId xmlns:a16="http://schemas.microsoft.com/office/drawing/2014/main" id="{CF88BAE4-E031-4A26-F56A-76CC00DBA9FD}"/>
              </a:ext>
            </a:extLst>
          </p:cNvPr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>
            <a:extLst>
              <a:ext uri="{FF2B5EF4-FFF2-40B4-BE49-F238E27FC236}">
                <a16:creationId xmlns:a16="http://schemas.microsoft.com/office/drawing/2014/main" id="{0D404164-AEC9-DF22-C750-5E054995066C}"/>
              </a:ext>
            </a:extLst>
          </p:cNvPr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>
            <a:extLst>
              <a:ext uri="{FF2B5EF4-FFF2-40B4-BE49-F238E27FC236}">
                <a16:creationId xmlns:a16="http://schemas.microsoft.com/office/drawing/2014/main" id="{8FCED2B1-E442-4561-301E-8C98B7385C83}"/>
              </a:ext>
            </a:extLst>
          </p:cNvPr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>
            <a:extLst>
              <a:ext uri="{FF2B5EF4-FFF2-40B4-BE49-F238E27FC236}">
                <a16:creationId xmlns:a16="http://schemas.microsoft.com/office/drawing/2014/main" id="{6AD7229C-636C-1AC5-0410-D0F9F7422382}"/>
              </a:ext>
            </a:extLst>
          </p:cNvPr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>
            <a:extLst>
              <a:ext uri="{FF2B5EF4-FFF2-40B4-BE49-F238E27FC236}">
                <a16:creationId xmlns:a16="http://schemas.microsoft.com/office/drawing/2014/main" id="{33879DD4-A6DD-0519-BB2D-B98D2E71D1D2}"/>
              </a:ext>
            </a:extLst>
          </p:cNvPr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>
            <a:extLst>
              <a:ext uri="{FF2B5EF4-FFF2-40B4-BE49-F238E27FC236}">
                <a16:creationId xmlns:a16="http://schemas.microsoft.com/office/drawing/2014/main" id="{BF96DAE5-E15F-3317-4559-79136EBC5B8A}"/>
              </a:ext>
            </a:extLst>
          </p:cNvPr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>
            <a:extLst>
              <a:ext uri="{FF2B5EF4-FFF2-40B4-BE49-F238E27FC236}">
                <a16:creationId xmlns:a16="http://schemas.microsoft.com/office/drawing/2014/main" id="{CD78A075-40CA-8431-6003-764000360856}"/>
              </a:ext>
            </a:extLst>
          </p:cNvPr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>
            <a:extLst>
              <a:ext uri="{FF2B5EF4-FFF2-40B4-BE49-F238E27FC236}">
                <a16:creationId xmlns:a16="http://schemas.microsoft.com/office/drawing/2014/main" id="{129FF797-0929-C386-D5A3-B295C7FC621C}"/>
              </a:ext>
            </a:extLst>
          </p:cNvPr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>
            <a:extLst>
              <a:ext uri="{FF2B5EF4-FFF2-40B4-BE49-F238E27FC236}">
                <a16:creationId xmlns:a16="http://schemas.microsoft.com/office/drawing/2014/main" id="{6A47905C-FD83-8DAE-1414-F1BB760CDA67}"/>
              </a:ext>
            </a:extLst>
          </p:cNvPr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>
            <a:extLst>
              <a:ext uri="{FF2B5EF4-FFF2-40B4-BE49-F238E27FC236}">
                <a16:creationId xmlns:a16="http://schemas.microsoft.com/office/drawing/2014/main" id="{C0C8A7F0-938D-6DAE-8E91-C1A9E90E6F33}"/>
              </a:ext>
            </a:extLst>
          </p:cNvPr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>
            <a:extLst>
              <a:ext uri="{FF2B5EF4-FFF2-40B4-BE49-F238E27FC236}">
                <a16:creationId xmlns:a16="http://schemas.microsoft.com/office/drawing/2014/main" id="{91BEADDA-FC6F-AE3D-1D05-42C49754AB58}"/>
              </a:ext>
            </a:extLst>
          </p:cNvPr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>
            <a:extLst>
              <a:ext uri="{FF2B5EF4-FFF2-40B4-BE49-F238E27FC236}">
                <a16:creationId xmlns:a16="http://schemas.microsoft.com/office/drawing/2014/main" id="{5BBA4C2B-D867-429C-48D9-7F1399157CEF}"/>
              </a:ext>
            </a:extLst>
          </p:cNvPr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>
            <a:extLst>
              <a:ext uri="{FF2B5EF4-FFF2-40B4-BE49-F238E27FC236}">
                <a16:creationId xmlns:a16="http://schemas.microsoft.com/office/drawing/2014/main" id="{AEB326C1-79AB-D066-DC35-2AF0B0413CE4}"/>
              </a:ext>
            </a:extLst>
          </p:cNvPr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>
            <a:extLst>
              <a:ext uri="{FF2B5EF4-FFF2-40B4-BE49-F238E27FC236}">
                <a16:creationId xmlns:a16="http://schemas.microsoft.com/office/drawing/2014/main" id="{DECF32C2-6A30-D490-A318-65C75AE3CE83}"/>
              </a:ext>
            </a:extLst>
          </p:cNvPr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>
            <a:extLst>
              <a:ext uri="{FF2B5EF4-FFF2-40B4-BE49-F238E27FC236}">
                <a16:creationId xmlns:a16="http://schemas.microsoft.com/office/drawing/2014/main" id="{9A355E20-157C-549E-3680-211418F58C56}"/>
              </a:ext>
            </a:extLst>
          </p:cNvPr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>
            <a:extLst>
              <a:ext uri="{FF2B5EF4-FFF2-40B4-BE49-F238E27FC236}">
                <a16:creationId xmlns:a16="http://schemas.microsoft.com/office/drawing/2014/main" id="{070DF891-1D69-6458-C442-06869757A83E}"/>
              </a:ext>
            </a:extLst>
          </p:cNvPr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>
            <a:extLst>
              <a:ext uri="{FF2B5EF4-FFF2-40B4-BE49-F238E27FC236}">
                <a16:creationId xmlns:a16="http://schemas.microsoft.com/office/drawing/2014/main" id="{8BDAB0F8-8D06-BCAE-8472-7815E4A63DF3}"/>
              </a:ext>
            </a:extLst>
          </p:cNvPr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>
            <a:extLst>
              <a:ext uri="{FF2B5EF4-FFF2-40B4-BE49-F238E27FC236}">
                <a16:creationId xmlns:a16="http://schemas.microsoft.com/office/drawing/2014/main" id="{71BD1C14-E65F-1085-7ECF-0EABB4999E8C}"/>
              </a:ext>
            </a:extLst>
          </p:cNvPr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>
            <a:extLst>
              <a:ext uri="{FF2B5EF4-FFF2-40B4-BE49-F238E27FC236}">
                <a16:creationId xmlns:a16="http://schemas.microsoft.com/office/drawing/2014/main" id="{71C30525-9FA9-A3DB-8D23-D840ED6D95EB}"/>
              </a:ext>
            </a:extLst>
          </p:cNvPr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>
            <a:extLst>
              <a:ext uri="{FF2B5EF4-FFF2-40B4-BE49-F238E27FC236}">
                <a16:creationId xmlns:a16="http://schemas.microsoft.com/office/drawing/2014/main" id="{E1020171-3873-8D85-2CB6-63049AAE44E4}"/>
              </a:ext>
            </a:extLst>
          </p:cNvPr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>
            <a:extLst>
              <a:ext uri="{FF2B5EF4-FFF2-40B4-BE49-F238E27FC236}">
                <a16:creationId xmlns:a16="http://schemas.microsoft.com/office/drawing/2014/main" id="{59498082-F3C9-2945-7D33-495E38E060F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>
            <a:extLst>
              <a:ext uri="{FF2B5EF4-FFF2-40B4-BE49-F238E27FC236}">
                <a16:creationId xmlns:a16="http://schemas.microsoft.com/office/drawing/2014/main" id="{E8857A17-B304-2F9A-8E1D-675F4C7CDA70}"/>
              </a:ext>
            </a:extLst>
          </p:cNvPr>
          <p:cNvSpPr/>
          <p:nvPr/>
        </p:nvSpPr>
        <p:spPr>
          <a:xfrm>
            <a:off x="274320" y="12098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900" b="1" kern="0" spc="300" dirty="0">
                <a:solidFill>
                  <a:srgbClr val="FF6B1A"/>
                </a:solidFill>
                <a:latin typeface="Arial" pitchFamily="34" charset="0"/>
                <a:cs typeface="Arial" pitchFamily="34" charset="-120"/>
              </a:rPr>
              <a:t>INNOVATION MODULE</a:t>
            </a:r>
          </a:p>
        </p:txBody>
      </p:sp>
      <p:sp>
        <p:nvSpPr>
          <p:cNvPr id="244" name="Text 242">
            <a:extLst>
              <a:ext uri="{FF2B5EF4-FFF2-40B4-BE49-F238E27FC236}">
                <a16:creationId xmlns:a16="http://schemas.microsoft.com/office/drawing/2014/main" id="{AF13BBDA-0019-A0A7-FD09-D2A3DF8E0182}"/>
              </a:ext>
            </a:extLst>
          </p:cNvPr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Impact" pitchFamily="34" charset="0"/>
              </a:rPr>
              <a:t>TURNING DATA INTO ADAPTIVE INTELLIGENCE</a:t>
            </a:r>
          </a:p>
        </p:txBody>
      </p:sp>
      <p:sp>
        <p:nvSpPr>
          <p:cNvPr id="245" name="Shape 243">
            <a:extLst>
              <a:ext uri="{FF2B5EF4-FFF2-40B4-BE49-F238E27FC236}">
                <a16:creationId xmlns:a16="http://schemas.microsoft.com/office/drawing/2014/main" id="{F8555E18-8E09-26E8-082C-59798E76FC13}"/>
              </a:ext>
            </a:extLst>
          </p:cNvPr>
          <p:cNvSpPr/>
          <p:nvPr/>
        </p:nvSpPr>
        <p:spPr>
          <a:xfrm>
            <a:off x="274320" y="1170432"/>
            <a:ext cx="416052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6" name="Shape 244">
            <a:extLst>
              <a:ext uri="{FF2B5EF4-FFF2-40B4-BE49-F238E27FC236}">
                <a16:creationId xmlns:a16="http://schemas.microsoft.com/office/drawing/2014/main" id="{17578975-B6B5-15E5-6BBB-065B301F1E28}"/>
              </a:ext>
            </a:extLst>
          </p:cNvPr>
          <p:cNvSpPr/>
          <p:nvPr/>
        </p:nvSpPr>
        <p:spPr>
          <a:xfrm>
            <a:off x="274320" y="1170432"/>
            <a:ext cx="4160520" cy="914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7" name="Text 245">
            <a:extLst>
              <a:ext uri="{FF2B5EF4-FFF2-40B4-BE49-F238E27FC236}">
                <a16:creationId xmlns:a16="http://schemas.microsoft.com/office/drawing/2014/main" id="{C637AB02-EC9D-1CCD-B6B2-1C74FFECA4BB}"/>
              </a:ext>
            </a:extLst>
          </p:cNvPr>
          <p:cNvSpPr/>
          <p:nvPr/>
        </p:nvSpPr>
        <p:spPr>
          <a:xfrm>
            <a:off x="411480" y="132588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>
                <a:solidFill>
                  <a:schemeClr val="accent2">
                    <a:lumMod val="75000"/>
                  </a:schemeClr>
                </a:solidFill>
                <a:latin typeface="Impact" pitchFamily="34" charset="0"/>
              </a:rPr>
              <a:t>CLOSED-LOOP LEARNING SYSTEM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248" name="Text 246">
            <a:extLst>
              <a:ext uri="{FF2B5EF4-FFF2-40B4-BE49-F238E27FC236}">
                <a16:creationId xmlns:a16="http://schemas.microsoft.com/office/drawing/2014/main" id="{748D72F8-5D9B-B88E-8D32-8E546F1BC0CD}"/>
              </a:ext>
            </a:extLst>
          </p:cNvPr>
          <p:cNvSpPr/>
          <p:nvPr/>
        </p:nvSpPr>
        <p:spPr>
          <a:xfrm>
            <a:off x="411480" y="167335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Prediction → Dispatch → Outcome → Retraining</a:t>
            </a:r>
            <a:br>
              <a:rPr lang="en-IN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</a:br>
            <a:r>
              <a:rPr lang="en-IN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Outcome delta continuously recalibrates model thresholds</a:t>
            </a:r>
            <a:endParaRPr lang="en-US" sz="100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49" name="Shape 247">
            <a:extLst>
              <a:ext uri="{FF2B5EF4-FFF2-40B4-BE49-F238E27FC236}">
                <a16:creationId xmlns:a16="http://schemas.microsoft.com/office/drawing/2014/main" id="{B4601DF7-ED7F-5DA2-EF6F-9A6EE07ED354}"/>
              </a:ext>
            </a:extLst>
          </p:cNvPr>
          <p:cNvSpPr/>
          <p:nvPr/>
        </p:nvSpPr>
        <p:spPr>
          <a:xfrm>
            <a:off x="4663440" y="1170432"/>
            <a:ext cx="416052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0" name="Shape 248">
            <a:extLst>
              <a:ext uri="{FF2B5EF4-FFF2-40B4-BE49-F238E27FC236}">
                <a16:creationId xmlns:a16="http://schemas.microsoft.com/office/drawing/2014/main" id="{B00E8498-8AA5-4BF3-AEAA-532405003B46}"/>
              </a:ext>
            </a:extLst>
          </p:cNvPr>
          <p:cNvSpPr/>
          <p:nvPr/>
        </p:nvSpPr>
        <p:spPr>
          <a:xfrm>
            <a:off x="4663440" y="1170432"/>
            <a:ext cx="4160520" cy="9144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1" name="Text 249">
            <a:extLst>
              <a:ext uri="{FF2B5EF4-FFF2-40B4-BE49-F238E27FC236}">
                <a16:creationId xmlns:a16="http://schemas.microsoft.com/office/drawing/2014/main" id="{4246B3B4-276E-659A-87D6-5BF5B05E97F4}"/>
              </a:ext>
            </a:extLst>
          </p:cNvPr>
          <p:cNvSpPr/>
          <p:nvPr/>
        </p:nvSpPr>
        <p:spPr>
          <a:xfrm>
            <a:off x="4800600" y="135331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Impact" pitchFamily="34" charset="0"/>
              </a:rPr>
              <a:t>UNIFIED DECISION PIPELINE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  <a:latin typeface="Impact" pitchFamily="34" charset="0"/>
            </a:endParaRPr>
          </a:p>
        </p:txBody>
      </p:sp>
      <p:sp>
        <p:nvSpPr>
          <p:cNvPr id="252" name="Text 250">
            <a:extLst>
              <a:ext uri="{FF2B5EF4-FFF2-40B4-BE49-F238E27FC236}">
                <a16:creationId xmlns:a16="http://schemas.microsoft.com/office/drawing/2014/main" id="{BEC7A92A-11E0-C117-C641-731985625B43}"/>
              </a:ext>
            </a:extLst>
          </p:cNvPr>
          <p:cNvSpPr/>
          <p:nvPr/>
        </p:nvSpPr>
        <p:spPr>
          <a:xfrm>
            <a:off x="4800600" y="167335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Risk scoring, dispatch optimization, and compliance intelligence operate in one integrated system</a:t>
            </a:r>
          </a:p>
        </p:txBody>
      </p:sp>
      <p:sp>
        <p:nvSpPr>
          <p:cNvPr id="253" name="Shape 251">
            <a:extLst>
              <a:ext uri="{FF2B5EF4-FFF2-40B4-BE49-F238E27FC236}">
                <a16:creationId xmlns:a16="http://schemas.microsoft.com/office/drawing/2014/main" id="{0358194D-4629-0C04-9E20-F5FE0A82366C}"/>
              </a:ext>
            </a:extLst>
          </p:cNvPr>
          <p:cNvSpPr/>
          <p:nvPr/>
        </p:nvSpPr>
        <p:spPr>
          <a:xfrm>
            <a:off x="274320" y="2679192"/>
            <a:ext cx="416052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4" name="Shape 252">
            <a:extLst>
              <a:ext uri="{FF2B5EF4-FFF2-40B4-BE49-F238E27FC236}">
                <a16:creationId xmlns:a16="http://schemas.microsoft.com/office/drawing/2014/main" id="{FA04179E-92B5-E8D2-160F-63B2DDEFA18D}"/>
              </a:ext>
            </a:extLst>
          </p:cNvPr>
          <p:cNvSpPr/>
          <p:nvPr/>
        </p:nvSpPr>
        <p:spPr>
          <a:xfrm>
            <a:off x="274320" y="2679192"/>
            <a:ext cx="4160520" cy="91440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55" name="Text 253">
            <a:extLst>
              <a:ext uri="{FF2B5EF4-FFF2-40B4-BE49-F238E27FC236}">
                <a16:creationId xmlns:a16="http://schemas.microsoft.com/office/drawing/2014/main" id="{5187AFC1-1936-C460-6DD6-540B86975A2D}"/>
              </a:ext>
            </a:extLst>
          </p:cNvPr>
          <p:cNvSpPr/>
          <p:nvPr/>
        </p:nvSpPr>
        <p:spPr>
          <a:xfrm>
            <a:off x="411480" y="2834640"/>
            <a:ext cx="3886200" cy="30175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r>
              <a:rPr lang="en-IN" sz="1200" dirty="0">
                <a:solidFill>
                  <a:srgbClr val="5DD5CF"/>
                </a:solidFill>
                <a:latin typeface="Impact" pitchFamily="34" charset="0"/>
              </a:rPr>
              <a:t>REAL-TIME DECISION INTELLIGENCE</a:t>
            </a:r>
            <a:endParaRPr lang="en-US" sz="1200" dirty="0">
              <a:solidFill>
                <a:srgbClr val="5DD5CF"/>
              </a:solidFill>
              <a:latin typeface="Impact" pitchFamily="34" charset="0"/>
            </a:endParaRPr>
          </a:p>
        </p:txBody>
      </p:sp>
      <p:sp>
        <p:nvSpPr>
          <p:cNvPr id="256" name="Text 254">
            <a:extLst>
              <a:ext uri="{FF2B5EF4-FFF2-40B4-BE49-F238E27FC236}">
                <a16:creationId xmlns:a16="http://schemas.microsoft.com/office/drawing/2014/main" id="{26A5A73E-61EF-CA2C-2899-D02019F27163}"/>
              </a:ext>
            </a:extLst>
          </p:cNvPr>
          <p:cNvSpPr/>
          <p:nvPr/>
        </p:nvSpPr>
        <p:spPr>
          <a:xfrm>
            <a:off x="411480" y="318211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Live risk scoring and dispatch optimization with continuous feedback-driven updates</a:t>
            </a:r>
          </a:p>
        </p:txBody>
      </p:sp>
      <p:sp>
        <p:nvSpPr>
          <p:cNvPr id="257" name="Shape 255">
            <a:extLst>
              <a:ext uri="{FF2B5EF4-FFF2-40B4-BE49-F238E27FC236}">
                <a16:creationId xmlns:a16="http://schemas.microsoft.com/office/drawing/2014/main" id="{C73949F7-BF70-175C-4915-075F6B6C8521}"/>
              </a:ext>
            </a:extLst>
          </p:cNvPr>
          <p:cNvSpPr/>
          <p:nvPr/>
        </p:nvSpPr>
        <p:spPr>
          <a:xfrm>
            <a:off x="4663440" y="2679192"/>
            <a:ext cx="416052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8" name="Shape 256">
            <a:extLst>
              <a:ext uri="{FF2B5EF4-FFF2-40B4-BE49-F238E27FC236}">
                <a16:creationId xmlns:a16="http://schemas.microsoft.com/office/drawing/2014/main" id="{ED5E8E96-BCBC-1125-5747-79A067BD53BB}"/>
              </a:ext>
            </a:extLst>
          </p:cNvPr>
          <p:cNvSpPr/>
          <p:nvPr/>
        </p:nvSpPr>
        <p:spPr>
          <a:xfrm>
            <a:off x="4663440" y="2679192"/>
            <a:ext cx="41605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9" name="Text 257">
            <a:extLst>
              <a:ext uri="{FF2B5EF4-FFF2-40B4-BE49-F238E27FC236}">
                <a16:creationId xmlns:a16="http://schemas.microsoft.com/office/drawing/2014/main" id="{D3CD6C80-388C-29D2-6E73-E481C3438DDE}"/>
              </a:ext>
            </a:extLst>
          </p:cNvPr>
          <p:cNvSpPr/>
          <p:nvPr/>
        </p:nvSpPr>
        <p:spPr>
          <a:xfrm>
            <a:off x="4800600" y="283464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>
                <a:solidFill>
                  <a:srgbClr val="A855F7"/>
                </a:solidFill>
                <a:latin typeface="Impact" pitchFamily="34" charset="0"/>
              </a:rPr>
              <a:t>END-TO-END SYSTEM DESIGN</a:t>
            </a:r>
            <a:endParaRPr lang="en-US" sz="1200" dirty="0">
              <a:solidFill>
                <a:srgbClr val="A855F7"/>
              </a:solidFill>
              <a:latin typeface="Impact" pitchFamily="34" charset="0"/>
            </a:endParaRPr>
          </a:p>
        </p:txBody>
      </p:sp>
      <p:sp>
        <p:nvSpPr>
          <p:cNvPr id="260" name="Text 258">
            <a:extLst>
              <a:ext uri="{FF2B5EF4-FFF2-40B4-BE49-F238E27FC236}">
                <a16:creationId xmlns:a16="http://schemas.microsoft.com/office/drawing/2014/main" id="{78D193C1-6040-8F82-CD18-2FECEF49E157}"/>
              </a:ext>
            </a:extLst>
          </p:cNvPr>
          <p:cNvSpPr/>
          <p:nvPr/>
        </p:nvSpPr>
        <p:spPr>
          <a:xfrm>
            <a:off x="4800600" y="318211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Full lifecycle system — ingestion → prediction → decision → outcome → learning (not isolated models)</a:t>
            </a:r>
          </a:p>
        </p:txBody>
      </p:sp>
      <p:sp>
        <p:nvSpPr>
          <p:cNvPr id="261" name="Shape 259">
            <a:extLst>
              <a:ext uri="{FF2B5EF4-FFF2-40B4-BE49-F238E27FC236}">
                <a16:creationId xmlns:a16="http://schemas.microsoft.com/office/drawing/2014/main" id="{398BCE6B-102B-AB69-399E-7ED60D6C2698}"/>
              </a:ext>
            </a:extLst>
          </p:cNvPr>
          <p:cNvSpPr/>
          <p:nvPr/>
        </p:nvSpPr>
        <p:spPr>
          <a:xfrm>
            <a:off x="2743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2" name="Shape 260">
            <a:extLst>
              <a:ext uri="{FF2B5EF4-FFF2-40B4-BE49-F238E27FC236}">
                <a16:creationId xmlns:a16="http://schemas.microsoft.com/office/drawing/2014/main" id="{FE29B261-8F7B-3C53-EC40-DB73C45BBCB4}"/>
              </a:ext>
            </a:extLst>
          </p:cNvPr>
          <p:cNvSpPr/>
          <p:nvPr/>
        </p:nvSpPr>
        <p:spPr>
          <a:xfrm>
            <a:off x="4114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3" name="Shape 261">
            <a:extLst>
              <a:ext uri="{FF2B5EF4-FFF2-40B4-BE49-F238E27FC236}">
                <a16:creationId xmlns:a16="http://schemas.microsoft.com/office/drawing/2014/main" id="{E2AB3715-81AB-3056-FEE1-BAE525F8D4FC}"/>
              </a:ext>
            </a:extLst>
          </p:cNvPr>
          <p:cNvSpPr/>
          <p:nvPr/>
        </p:nvSpPr>
        <p:spPr>
          <a:xfrm>
            <a:off x="5486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4" name="Shape 262">
            <a:extLst>
              <a:ext uri="{FF2B5EF4-FFF2-40B4-BE49-F238E27FC236}">
                <a16:creationId xmlns:a16="http://schemas.microsoft.com/office/drawing/2014/main" id="{6B2EAF76-6425-DCA5-F07C-62913FE205F5}"/>
              </a:ext>
            </a:extLst>
          </p:cNvPr>
          <p:cNvSpPr/>
          <p:nvPr/>
        </p:nvSpPr>
        <p:spPr>
          <a:xfrm>
            <a:off x="6858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5" name="Shape 263">
            <a:extLst>
              <a:ext uri="{FF2B5EF4-FFF2-40B4-BE49-F238E27FC236}">
                <a16:creationId xmlns:a16="http://schemas.microsoft.com/office/drawing/2014/main" id="{FDA80564-ACD0-880E-92C2-D72B234FC9BB}"/>
              </a:ext>
            </a:extLst>
          </p:cNvPr>
          <p:cNvSpPr/>
          <p:nvPr/>
        </p:nvSpPr>
        <p:spPr>
          <a:xfrm>
            <a:off x="8229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6" name="Shape 264">
            <a:extLst>
              <a:ext uri="{FF2B5EF4-FFF2-40B4-BE49-F238E27FC236}">
                <a16:creationId xmlns:a16="http://schemas.microsoft.com/office/drawing/2014/main" id="{2843D316-F12C-D7CC-57DD-F83E85E6C348}"/>
              </a:ext>
            </a:extLst>
          </p:cNvPr>
          <p:cNvSpPr/>
          <p:nvPr/>
        </p:nvSpPr>
        <p:spPr>
          <a:xfrm>
            <a:off x="9601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7" name="Shape 265">
            <a:extLst>
              <a:ext uri="{FF2B5EF4-FFF2-40B4-BE49-F238E27FC236}">
                <a16:creationId xmlns:a16="http://schemas.microsoft.com/office/drawing/2014/main" id="{B6B601E0-D5F2-A266-2C15-A95E53742878}"/>
              </a:ext>
            </a:extLst>
          </p:cNvPr>
          <p:cNvSpPr/>
          <p:nvPr/>
        </p:nvSpPr>
        <p:spPr>
          <a:xfrm>
            <a:off x="10972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8" name="Shape 266">
            <a:extLst>
              <a:ext uri="{FF2B5EF4-FFF2-40B4-BE49-F238E27FC236}">
                <a16:creationId xmlns:a16="http://schemas.microsoft.com/office/drawing/2014/main" id="{A3503DAF-B24B-CC2E-50BF-3F83CC66DF43}"/>
              </a:ext>
            </a:extLst>
          </p:cNvPr>
          <p:cNvSpPr/>
          <p:nvPr/>
        </p:nvSpPr>
        <p:spPr>
          <a:xfrm>
            <a:off x="12344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9" name="Shape 267">
            <a:extLst>
              <a:ext uri="{FF2B5EF4-FFF2-40B4-BE49-F238E27FC236}">
                <a16:creationId xmlns:a16="http://schemas.microsoft.com/office/drawing/2014/main" id="{071B3F7A-4468-8AD9-EF54-9923ADC1C0C5}"/>
              </a:ext>
            </a:extLst>
          </p:cNvPr>
          <p:cNvSpPr/>
          <p:nvPr/>
        </p:nvSpPr>
        <p:spPr>
          <a:xfrm>
            <a:off x="13716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0" name="Shape 268">
            <a:extLst>
              <a:ext uri="{FF2B5EF4-FFF2-40B4-BE49-F238E27FC236}">
                <a16:creationId xmlns:a16="http://schemas.microsoft.com/office/drawing/2014/main" id="{88E18722-7A25-F524-048B-3BDC2487BBBC}"/>
              </a:ext>
            </a:extLst>
          </p:cNvPr>
          <p:cNvSpPr/>
          <p:nvPr/>
        </p:nvSpPr>
        <p:spPr>
          <a:xfrm>
            <a:off x="15087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1" name="Shape 269">
            <a:extLst>
              <a:ext uri="{FF2B5EF4-FFF2-40B4-BE49-F238E27FC236}">
                <a16:creationId xmlns:a16="http://schemas.microsoft.com/office/drawing/2014/main" id="{325B7B46-2A83-50B2-F991-F1BE844F9CEF}"/>
              </a:ext>
            </a:extLst>
          </p:cNvPr>
          <p:cNvSpPr/>
          <p:nvPr/>
        </p:nvSpPr>
        <p:spPr>
          <a:xfrm>
            <a:off x="16459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2" name="Shape 270">
            <a:extLst>
              <a:ext uri="{FF2B5EF4-FFF2-40B4-BE49-F238E27FC236}">
                <a16:creationId xmlns:a16="http://schemas.microsoft.com/office/drawing/2014/main" id="{2250A97A-9CB2-C3CE-BF83-6D9A92CCB474}"/>
              </a:ext>
            </a:extLst>
          </p:cNvPr>
          <p:cNvSpPr/>
          <p:nvPr/>
        </p:nvSpPr>
        <p:spPr>
          <a:xfrm>
            <a:off x="17830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3" name="Shape 271">
            <a:extLst>
              <a:ext uri="{FF2B5EF4-FFF2-40B4-BE49-F238E27FC236}">
                <a16:creationId xmlns:a16="http://schemas.microsoft.com/office/drawing/2014/main" id="{0C7A202F-8CC9-4F47-2D8E-6C73F8B34A45}"/>
              </a:ext>
            </a:extLst>
          </p:cNvPr>
          <p:cNvSpPr/>
          <p:nvPr/>
        </p:nvSpPr>
        <p:spPr>
          <a:xfrm>
            <a:off x="19202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4" name="Shape 272">
            <a:extLst>
              <a:ext uri="{FF2B5EF4-FFF2-40B4-BE49-F238E27FC236}">
                <a16:creationId xmlns:a16="http://schemas.microsoft.com/office/drawing/2014/main" id="{A545B829-97CB-E595-01F8-D0D20588F16A}"/>
              </a:ext>
            </a:extLst>
          </p:cNvPr>
          <p:cNvSpPr/>
          <p:nvPr/>
        </p:nvSpPr>
        <p:spPr>
          <a:xfrm>
            <a:off x="20574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5" name="Shape 273">
            <a:extLst>
              <a:ext uri="{FF2B5EF4-FFF2-40B4-BE49-F238E27FC236}">
                <a16:creationId xmlns:a16="http://schemas.microsoft.com/office/drawing/2014/main" id="{15268D48-826A-0803-E095-8B86AE743663}"/>
              </a:ext>
            </a:extLst>
          </p:cNvPr>
          <p:cNvSpPr/>
          <p:nvPr/>
        </p:nvSpPr>
        <p:spPr>
          <a:xfrm>
            <a:off x="21945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6" name="Shape 274">
            <a:extLst>
              <a:ext uri="{FF2B5EF4-FFF2-40B4-BE49-F238E27FC236}">
                <a16:creationId xmlns:a16="http://schemas.microsoft.com/office/drawing/2014/main" id="{CFE9BCBB-B0CD-4DA9-31E0-EBFC319B9376}"/>
              </a:ext>
            </a:extLst>
          </p:cNvPr>
          <p:cNvSpPr/>
          <p:nvPr/>
        </p:nvSpPr>
        <p:spPr>
          <a:xfrm>
            <a:off x="23317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7" name="Shape 275">
            <a:extLst>
              <a:ext uri="{FF2B5EF4-FFF2-40B4-BE49-F238E27FC236}">
                <a16:creationId xmlns:a16="http://schemas.microsoft.com/office/drawing/2014/main" id="{5856E323-A1E7-097F-7543-7C5273887644}"/>
              </a:ext>
            </a:extLst>
          </p:cNvPr>
          <p:cNvSpPr/>
          <p:nvPr/>
        </p:nvSpPr>
        <p:spPr>
          <a:xfrm>
            <a:off x="24688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8" name="Shape 276">
            <a:extLst>
              <a:ext uri="{FF2B5EF4-FFF2-40B4-BE49-F238E27FC236}">
                <a16:creationId xmlns:a16="http://schemas.microsoft.com/office/drawing/2014/main" id="{5425A8CA-78EB-542A-204D-4633C727E117}"/>
              </a:ext>
            </a:extLst>
          </p:cNvPr>
          <p:cNvSpPr/>
          <p:nvPr/>
        </p:nvSpPr>
        <p:spPr>
          <a:xfrm>
            <a:off x="26060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9" name="Shape 277">
            <a:extLst>
              <a:ext uri="{FF2B5EF4-FFF2-40B4-BE49-F238E27FC236}">
                <a16:creationId xmlns:a16="http://schemas.microsoft.com/office/drawing/2014/main" id="{9E1509FD-385A-07E9-2429-DEDCC410D196}"/>
              </a:ext>
            </a:extLst>
          </p:cNvPr>
          <p:cNvSpPr/>
          <p:nvPr/>
        </p:nvSpPr>
        <p:spPr>
          <a:xfrm>
            <a:off x="27432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0" name="Shape 278">
            <a:extLst>
              <a:ext uri="{FF2B5EF4-FFF2-40B4-BE49-F238E27FC236}">
                <a16:creationId xmlns:a16="http://schemas.microsoft.com/office/drawing/2014/main" id="{6E813AA5-EED6-E089-B5CB-22A3F6506213}"/>
              </a:ext>
            </a:extLst>
          </p:cNvPr>
          <p:cNvSpPr/>
          <p:nvPr/>
        </p:nvSpPr>
        <p:spPr>
          <a:xfrm>
            <a:off x="28803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1" name="Shape 279">
            <a:extLst>
              <a:ext uri="{FF2B5EF4-FFF2-40B4-BE49-F238E27FC236}">
                <a16:creationId xmlns:a16="http://schemas.microsoft.com/office/drawing/2014/main" id="{656DAA3D-3F40-69AF-78BC-ECC0890635BC}"/>
              </a:ext>
            </a:extLst>
          </p:cNvPr>
          <p:cNvSpPr/>
          <p:nvPr/>
        </p:nvSpPr>
        <p:spPr>
          <a:xfrm>
            <a:off x="30175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2" name="Shape 280">
            <a:extLst>
              <a:ext uri="{FF2B5EF4-FFF2-40B4-BE49-F238E27FC236}">
                <a16:creationId xmlns:a16="http://schemas.microsoft.com/office/drawing/2014/main" id="{8044217F-1A0D-D235-5A57-FA003B8476BB}"/>
              </a:ext>
            </a:extLst>
          </p:cNvPr>
          <p:cNvSpPr/>
          <p:nvPr/>
        </p:nvSpPr>
        <p:spPr>
          <a:xfrm>
            <a:off x="31546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3" name="Shape 281">
            <a:extLst>
              <a:ext uri="{FF2B5EF4-FFF2-40B4-BE49-F238E27FC236}">
                <a16:creationId xmlns:a16="http://schemas.microsoft.com/office/drawing/2014/main" id="{F11AE5EE-53F2-70A6-56B9-DDFA4C5B1CF4}"/>
              </a:ext>
            </a:extLst>
          </p:cNvPr>
          <p:cNvSpPr/>
          <p:nvPr/>
        </p:nvSpPr>
        <p:spPr>
          <a:xfrm>
            <a:off x="32918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4" name="Shape 282">
            <a:extLst>
              <a:ext uri="{FF2B5EF4-FFF2-40B4-BE49-F238E27FC236}">
                <a16:creationId xmlns:a16="http://schemas.microsoft.com/office/drawing/2014/main" id="{375999DF-C987-8B9D-B59E-50CFD20ABC86}"/>
              </a:ext>
            </a:extLst>
          </p:cNvPr>
          <p:cNvSpPr/>
          <p:nvPr/>
        </p:nvSpPr>
        <p:spPr>
          <a:xfrm>
            <a:off x="34290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5" name="Shape 283">
            <a:extLst>
              <a:ext uri="{FF2B5EF4-FFF2-40B4-BE49-F238E27FC236}">
                <a16:creationId xmlns:a16="http://schemas.microsoft.com/office/drawing/2014/main" id="{6F5A4AAA-EB9C-9301-14E0-2547115E8555}"/>
              </a:ext>
            </a:extLst>
          </p:cNvPr>
          <p:cNvSpPr/>
          <p:nvPr/>
        </p:nvSpPr>
        <p:spPr>
          <a:xfrm>
            <a:off x="35661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6" name="Shape 284">
            <a:extLst>
              <a:ext uri="{FF2B5EF4-FFF2-40B4-BE49-F238E27FC236}">
                <a16:creationId xmlns:a16="http://schemas.microsoft.com/office/drawing/2014/main" id="{4D405DA7-9958-6A8E-8DA4-15DA6CD4748B}"/>
              </a:ext>
            </a:extLst>
          </p:cNvPr>
          <p:cNvSpPr/>
          <p:nvPr/>
        </p:nvSpPr>
        <p:spPr>
          <a:xfrm>
            <a:off x="37033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7" name="Shape 285">
            <a:extLst>
              <a:ext uri="{FF2B5EF4-FFF2-40B4-BE49-F238E27FC236}">
                <a16:creationId xmlns:a16="http://schemas.microsoft.com/office/drawing/2014/main" id="{8D74EA3D-3CC6-E872-6F2B-B1A29622F15A}"/>
              </a:ext>
            </a:extLst>
          </p:cNvPr>
          <p:cNvSpPr/>
          <p:nvPr/>
        </p:nvSpPr>
        <p:spPr>
          <a:xfrm>
            <a:off x="38404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8" name="Shape 286">
            <a:extLst>
              <a:ext uri="{FF2B5EF4-FFF2-40B4-BE49-F238E27FC236}">
                <a16:creationId xmlns:a16="http://schemas.microsoft.com/office/drawing/2014/main" id="{823EF2EB-5AC7-67E3-DED0-9DD702650572}"/>
              </a:ext>
            </a:extLst>
          </p:cNvPr>
          <p:cNvSpPr/>
          <p:nvPr/>
        </p:nvSpPr>
        <p:spPr>
          <a:xfrm>
            <a:off x="39776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9" name="Shape 287">
            <a:extLst>
              <a:ext uri="{FF2B5EF4-FFF2-40B4-BE49-F238E27FC236}">
                <a16:creationId xmlns:a16="http://schemas.microsoft.com/office/drawing/2014/main" id="{57330CDC-ED55-0FE4-45A2-44467E5994F2}"/>
              </a:ext>
            </a:extLst>
          </p:cNvPr>
          <p:cNvSpPr/>
          <p:nvPr/>
        </p:nvSpPr>
        <p:spPr>
          <a:xfrm>
            <a:off x="41148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0" name="Shape 288">
            <a:extLst>
              <a:ext uri="{FF2B5EF4-FFF2-40B4-BE49-F238E27FC236}">
                <a16:creationId xmlns:a16="http://schemas.microsoft.com/office/drawing/2014/main" id="{C78D8C24-35B5-A64A-5F97-BDCAF11442E4}"/>
              </a:ext>
            </a:extLst>
          </p:cNvPr>
          <p:cNvSpPr/>
          <p:nvPr/>
        </p:nvSpPr>
        <p:spPr>
          <a:xfrm>
            <a:off x="42519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1" name="Shape 289">
            <a:extLst>
              <a:ext uri="{FF2B5EF4-FFF2-40B4-BE49-F238E27FC236}">
                <a16:creationId xmlns:a16="http://schemas.microsoft.com/office/drawing/2014/main" id="{0600EB3E-1BD4-14BF-E127-E7A21FEC350C}"/>
              </a:ext>
            </a:extLst>
          </p:cNvPr>
          <p:cNvSpPr/>
          <p:nvPr/>
        </p:nvSpPr>
        <p:spPr>
          <a:xfrm>
            <a:off x="43891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2" name="Shape 290">
            <a:extLst>
              <a:ext uri="{FF2B5EF4-FFF2-40B4-BE49-F238E27FC236}">
                <a16:creationId xmlns:a16="http://schemas.microsoft.com/office/drawing/2014/main" id="{C23D0EBD-BC85-97DD-1E66-A5F26F73E02E}"/>
              </a:ext>
            </a:extLst>
          </p:cNvPr>
          <p:cNvSpPr/>
          <p:nvPr/>
        </p:nvSpPr>
        <p:spPr>
          <a:xfrm>
            <a:off x="45262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3" name="Shape 291">
            <a:extLst>
              <a:ext uri="{FF2B5EF4-FFF2-40B4-BE49-F238E27FC236}">
                <a16:creationId xmlns:a16="http://schemas.microsoft.com/office/drawing/2014/main" id="{740543BB-20E0-FDB0-8F3E-4B3859F8AEF6}"/>
              </a:ext>
            </a:extLst>
          </p:cNvPr>
          <p:cNvSpPr/>
          <p:nvPr/>
        </p:nvSpPr>
        <p:spPr>
          <a:xfrm>
            <a:off x="46634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4" name="Shape 292">
            <a:extLst>
              <a:ext uri="{FF2B5EF4-FFF2-40B4-BE49-F238E27FC236}">
                <a16:creationId xmlns:a16="http://schemas.microsoft.com/office/drawing/2014/main" id="{29048F1D-1CD9-F09E-265A-F795FCF8479B}"/>
              </a:ext>
            </a:extLst>
          </p:cNvPr>
          <p:cNvSpPr/>
          <p:nvPr/>
        </p:nvSpPr>
        <p:spPr>
          <a:xfrm>
            <a:off x="48006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5" name="Shape 293">
            <a:extLst>
              <a:ext uri="{FF2B5EF4-FFF2-40B4-BE49-F238E27FC236}">
                <a16:creationId xmlns:a16="http://schemas.microsoft.com/office/drawing/2014/main" id="{FEBCC6C0-6548-6D77-831D-DD1E496775C4}"/>
              </a:ext>
            </a:extLst>
          </p:cNvPr>
          <p:cNvSpPr/>
          <p:nvPr/>
        </p:nvSpPr>
        <p:spPr>
          <a:xfrm>
            <a:off x="49377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6" name="Shape 294">
            <a:extLst>
              <a:ext uri="{FF2B5EF4-FFF2-40B4-BE49-F238E27FC236}">
                <a16:creationId xmlns:a16="http://schemas.microsoft.com/office/drawing/2014/main" id="{983B0507-6148-3E81-0B67-6EAB4A29512D}"/>
              </a:ext>
            </a:extLst>
          </p:cNvPr>
          <p:cNvSpPr/>
          <p:nvPr/>
        </p:nvSpPr>
        <p:spPr>
          <a:xfrm>
            <a:off x="50749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7" name="Shape 295">
            <a:extLst>
              <a:ext uri="{FF2B5EF4-FFF2-40B4-BE49-F238E27FC236}">
                <a16:creationId xmlns:a16="http://schemas.microsoft.com/office/drawing/2014/main" id="{D8BBFA49-590B-E69C-5462-09F3341C0268}"/>
              </a:ext>
            </a:extLst>
          </p:cNvPr>
          <p:cNvSpPr/>
          <p:nvPr/>
        </p:nvSpPr>
        <p:spPr>
          <a:xfrm>
            <a:off x="52120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8" name="Shape 296">
            <a:extLst>
              <a:ext uri="{FF2B5EF4-FFF2-40B4-BE49-F238E27FC236}">
                <a16:creationId xmlns:a16="http://schemas.microsoft.com/office/drawing/2014/main" id="{88654DF8-5747-E39D-8D51-353948B80D2E}"/>
              </a:ext>
            </a:extLst>
          </p:cNvPr>
          <p:cNvSpPr/>
          <p:nvPr/>
        </p:nvSpPr>
        <p:spPr>
          <a:xfrm>
            <a:off x="53492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9" name="Shape 297">
            <a:extLst>
              <a:ext uri="{FF2B5EF4-FFF2-40B4-BE49-F238E27FC236}">
                <a16:creationId xmlns:a16="http://schemas.microsoft.com/office/drawing/2014/main" id="{CE758843-FDE1-FAFD-2C20-F264AF7D9BEB}"/>
              </a:ext>
            </a:extLst>
          </p:cNvPr>
          <p:cNvSpPr/>
          <p:nvPr/>
        </p:nvSpPr>
        <p:spPr>
          <a:xfrm>
            <a:off x="54864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0" name="Shape 298">
            <a:extLst>
              <a:ext uri="{FF2B5EF4-FFF2-40B4-BE49-F238E27FC236}">
                <a16:creationId xmlns:a16="http://schemas.microsoft.com/office/drawing/2014/main" id="{EA389261-55F1-5773-BA94-228BB271B38E}"/>
              </a:ext>
            </a:extLst>
          </p:cNvPr>
          <p:cNvSpPr/>
          <p:nvPr/>
        </p:nvSpPr>
        <p:spPr>
          <a:xfrm>
            <a:off x="56235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1" name="Shape 299">
            <a:extLst>
              <a:ext uri="{FF2B5EF4-FFF2-40B4-BE49-F238E27FC236}">
                <a16:creationId xmlns:a16="http://schemas.microsoft.com/office/drawing/2014/main" id="{2E9D3BC5-5971-54CB-A47B-89ADFD557316}"/>
              </a:ext>
            </a:extLst>
          </p:cNvPr>
          <p:cNvSpPr/>
          <p:nvPr/>
        </p:nvSpPr>
        <p:spPr>
          <a:xfrm>
            <a:off x="57607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2" name="Shape 300">
            <a:extLst>
              <a:ext uri="{FF2B5EF4-FFF2-40B4-BE49-F238E27FC236}">
                <a16:creationId xmlns:a16="http://schemas.microsoft.com/office/drawing/2014/main" id="{80CAAF82-6CDB-68EE-0F5E-719A93D17F9D}"/>
              </a:ext>
            </a:extLst>
          </p:cNvPr>
          <p:cNvSpPr/>
          <p:nvPr/>
        </p:nvSpPr>
        <p:spPr>
          <a:xfrm>
            <a:off x="58978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3" name="Shape 301">
            <a:extLst>
              <a:ext uri="{FF2B5EF4-FFF2-40B4-BE49-F238E27FC236}">
                <a16:creationId xmlns:a16="http://schemas.microsoft.com/office/drawing/2014/main" id="{E7F3BE7E-2E6D-B7AA-FA9A-0CFB1336137F}"/>
              </a:ext>
            </a:extLst>
          </p:cNvPr>
          <p:cNvSpPr/>
          <p:nvPr/>
        </p:nvSpPr>
        <p:spPr>
          <a:xfrm>
            <a:off x="60350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4" name="Shape 302">
            <a:extLst>
              <a:ext uri="{FF2B5EF4-FFF2-40B4-BE49-F238E27FC236}">
                <a16:creationId xmlns:a16="http://schemas.microsoft.com/office/drawing/2014/main" id="{E90D115A-BE3E-DA60-DA56-B08CDA039625}"/>
              </a:ext>
            </a:extLst>
          </p:cNvPr>
          <p:cNvSpPr/>
          <p:nvPr/>
        </p:nvSpPr>
        <p:spPr>
          <a:xfrm>
            <a:off x="61722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5" name="Shape 303">
            <a:extLst>
              <a:ext uri="{FF2B5EF4-FFF2-40B4-BE49-F238E27FC236}">
                <a16:creationId xmlns:a16="http://schemas.microsoft.com/office/drawing/2014/main" id="{EFB9CDA8-F48C-D1DF-374A-34B936FBDE23}"/>
              </a:ext>
            </a:extLst>
          </p:cNvPr>
          <p:cNvSpPr/>
          <p:nvPr/>
        </p:nvSpPr>
        <p:spPr>
          <a:xfrm>
            <a:off x="63093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6" name="Shape 304">
            <a:extLst>
              <a:ext uri="{FF2B5EF4-FFF2-40B4-BE49-F238E27FC236}">
                <a16:creationId xmlns:a16="http://schemas.microsoft.com/office/drawing/2014/main" id="{90854394-E5FD-532C-F803-44DF9C6F2744}"/>
              </a:ext>
            </a:extLst>
          </p:cNvPr>
          <p:cNvSpPr/>
          <p:nvPr/>
        </p:nvSpPr>
        <p:spPr>
          <a:xfrm>
            <a:off x="64465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7" name="Shape 305">
            <a:extLst>
              <a:ext uri="{FF2B5EF4-FFF2-40B4-BE49-F238E27FC236}">
                <a16:creationId xmlns:a16="http://schemas.microsoft.com/office/drawing/2014/main" id="{5E37E43A-06FB-8C9E-E1FB-23498B723A6D}"/>
              </a:ext>
            </a:extLst>
          </p:cNvPr>
          <p:cNvSpPr/>
          <p:nvPr/>
        </p:nvSpPr>
        <p:spPr>
          <a:xfrm>
            <a:off x="65836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8" name="Shape 306">
            <a:extLst>
              <a:ext uri="{FF2B5EF4-FFF2-40B4-BE49-F238E27FC236}">
                <a16:creationId xmlns:a16="http://schemas.microsoft.com/office/drawing/2014/main" id="{82A2789B-E9B5-28C5-8CF5-9DDDC2B6476C}"/>
              </a:ext>
            </a:extLst>
          </p:cNvPr>
          <p:cNvSpPr/>
          <p:nvPr/>
        </p:nvSpPr>
        <p:spPr>
          <a:xfrm>
            <a:off x="67208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9" name="Shape 307">
            <a:extLst>
              <a:ext uri="{FF2B5EF4-FFF2-40B4-BE49-F238E27FC236}">
                <a16:creationId xmlns:a16="http://schemas.microsoft.com/office/drawing/2014/main" id="{CE86238B-4658-CBA5-CE87-F1C1B0A89BBE}"/>
              </a:ext>
            </a:extLst>
          </p:cNvPr>
          <p:cNvSpPr/>
          <p:nvPr/>
        </p:nvSpPr>
        <p:spPr>
          <a:xfrm>
            <a:off x="68580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0" name="Shape 308">
            <a:extLst>
              <a:ext uri="{FF2B5EF4-FFF2-40B4-BE49-F238E27FC236}">
                <a16:creationId xmlns:a16="http://schemas.microsoft.com/office/drawing/2014/main" id="{837A1C92-B800-1C96-8A3C-4850CB74A094}"/>
              </a:ext>
            </a:extLst>
          </p:cNvPr>
          <p:cNvSpPr/>
          <p:nvPr/>
        </p:nvSpPr>
        <p:spPr>
          <a:xfrm>
            <a:off x="69951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1" name="Shape 309">
            <a:extLst>
              <a:ext uri="{FF2B5EF4-FFF2-40B4-BE49-F238E27FC236}">
                <a16:creationId xmlns:a16="http://schemas.microsoft.com/office/drawing/2014/main" id="{923A52E6-0CC5-686E-4194-2B906B10E135}"/>
              </a:ext>
            </a:extLst>
          </p:cNvPr>
          <p:cNvSpPr/>
          <p:nvPr/>
        </p:nvSpPr>
        <p:spPr>
          <a:xfrm>
            <a:off x="71323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2" name="Shape 310">
            <a:extLst>
              <a:ext uri="{FF2B5EF4-FFF2-40B4-BE49-F238E27FC236}">
                <a16:creationId xmlns:a16="http://schemas.microsoft.com/office/drawing/2014/main" id="{F171A196-4062-80ED-D34C-7BAFF9721C16}"/>
              </a:ext>
            </a:extLst>
          </p:cNvPr>
          <p:cNvSpPr/>
          <p:nvPr/>
        </p:nvSpPr>
        <p:spPr>
          <a:xfrm>
            <a:off x="72694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3" name="Shape 311">
            <a:extLst>
              <a:ext uri="{FF2B5EF4-FFF2-40B4-BE49-F238E27FC236}">
                <a16:creationId xmlns:a16="http://schemas.microsoft.com/office/drawing/2014/main" id="{75CC1398-C2BA-0F59-1494-6E70F5140C6F}"/>
              </a:ext>
            </a:extLst>
          </p:cNvPr>
          <p:cNvSpPr/>
          <p:nvPr/>
        </p:nvSpPr>
        <p:spPr>
          <a:xfrm>
            <a:off x="74066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4" name="Shape 312">
            <a:extLst>
              <a:ext uri="{FF2B5EF4-FFF2-40B4-BE49-F238E27FC236}">
                <a16:creationId xmlns:a16="http://schemas.microsoft.com/office/drawing/2014/main" id="{7274C4CD-8737-306D-2AFB-3C1B138F0A9E}"/>
              </a:ext>
            </a:extLst>
          </p:cNvPr>
          <p:cNvSpPr/>
          <p:nvPr/>
        </p:nvSpPr>
        <p:spPr>
          <a:xfrm>
            <a:off x="75438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5" name="Shape 313">
            <a:extLst>
              <a:ext uri="{FF2B5EF4-FFF2-40B4-BE49-F238E27FC236}">
                <a16:creationId xmlns:a16="http://schemas.microsoft.com/office/drawing/2014/main" id="{61024AA1-6727-B5C0-3A7B-B56DC0C34DC5}"/>
              </a:ext>
            </a:extLst>
          </p:cNvPr>
          <p:cNvSpPr/>
          <p:nvPr/>
        </p:nvSpPr>
        <p:spPr>
          <a:xfrm>
            <a:off x="76809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6" name="Shape 314">
            <a:extLst>
              <a:ext uri="{FF2B5EF4-FFF2-40B4-BE49-F238E27FC236}">
                <a16:creationId xmlns:a16="http://schemas.microsoft.com/office/drawing/2014/main" id="{14F26942-0058-79E5-000A-1ADE9D4DDF1A}"/>
              </a:ext>
            </a:extLst>
          </p:cNvPr>
          <p:cNvSpPr/>
          <p:nvPr/>
        </p:nvSpPr>
        <p:spPr>
          <a:xfrm>
            <a:off x="78181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7" name="Shape 315">
            <a:extLst>
              <a:ext uri="{FF2B5EF4-FFF2-40B4-BE49-F238E27FC236}">
                <a16:creationId xmlns:a16="http://schemas.microsoft.com/office/drawing/2014/main" id="{F1E5AB01-5319-3589-317F-1A9B6AC63533}"/>
              </a:ext>
            </a:extLst>
          </p:cNvPr>
          <p:cNvSpPr/>
          <p:nvPr/>
        </p:nvSpPr>
        <p:spPr>
          <a:xfrm>
            <a:off x="79552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8" name="Shape 316">
            <a:extLst>
              <a:ext uri="{FF2B5EF4-FFF2-40B4-BE49-F238E27FC236}">
                <a16:creationId xmlns:a16="http://schemas.microsoft.com/office/drawing/2014/main" id="{503FC59B-BBAD-9672-890F-6B59C67395F4}"/>
              </a:ext>
            </a:extLst>
          </p:cNvPr>
          <p:cNvSpPr/>
          <p:nvPr/>
        </p:nvSpPr>
        <p:spPr>
          <a:xfrm>
            <a:off x="80924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9" name="Shape 317">
            <a:extLst>
              <a:ext uri="{FF2B5EF4-FFF2-40B4-BE49-F238E27FC236}">
                <a16:creationId xmlns:a16="http://schemas.microsoft.com/office/drawing/2014/main" id="{7DF2378F-ECDC-42FC-7F3B-CA3E664E9A4F}"/>
              </a:ext>
            </a:extLst>
          </p:cNvPr>
          <p:cNvSpPr/>
          <p:nvPr/>
        </p:nvSpPr>
        <p:spPr>
          <a:xfrm>
            <a:off x="82296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0" name="Shape 318">
            <a:extLst>
              <a:ext uri="{FF2B5EF4-FFF2-40B4-BE49-F238E27FC236}">
                <a16:creationId xmlns:a16="http://schemas.microsoft.com/office/drawing/2014/main" id="{798723B8-E72E-F989-0E82-7C2578FEAD7A}"/>
              </a:ext>
            </a:extLst>
          </p:cNvPr>
          <p:cNvSpPr/>
          <p:nvPr/>
        </p:nvSpPr>
        <p:spPr>
          <a:xfrm>
            <a:off x="83667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1" name="Shape 319">
            <a:extLst>
              <a:ext uri="{FF2B5EF4-FFF2-40B4-BE49-F238E27FC236}">
                <a16:creationId xmlns:a16="http://schemas.microsoft.com/office/drawing/2014/main" id="{403E151A-E6F9-E432-A540-7D9008CFAF49}"/>
              </a:ext>
            </a:extLst>
          </p:cNvPr>
          <p:cNvSpPr/>
          <p:nvPr/>
        </p:nvSpPr>
        <p:spPr>
          <a:xfrm>
            <a:off x="85039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2" name="Shape 320">
            <a:extLst>
              <a:ext uri="{FF2B5EF4-FFF2-40B4-BE49-F238E27FC236}">
                <a16:creationId xmlns:a16="http://schemas.microsoft.com/office/drawing/2014/main" id="{A22FCD6F-0B9F-42B1-E2C9-16EFB8012E4D}"/>
              </a:ext>
            </a:extLst>
          </p:cNvPr>
          <p:cNvSpPr/>
          <p:nvPr/>
        </p:nvSpPr>
        <p:spPr>
          <a:xfrm>
            <a:off x="86410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3" name="Shape 321">
            <a:extLst>
              <a:ext uri="{FF2B5EF4-FFF2-40B4-BE49-F238E27FC236}">
                <a16:creationId xmlns:a16="http://schemas.microsoft.com/office/drawing/2014/main" id="{F0FE309C-DD59-EE55-3590-EE0CF4996E98}"/>
              </a:ext>
            </a:extLst>
          </p:cNvPr>
          <p:cNvSpPr/>
          <p:nvPr/>
        </p:nvSpPr>
        <p:spPr>
          <a:xfrm>
            <a:off x="87782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A94BF6BC-2EFD-5ABF-13EF-77B377F1BDD0}"/>
              </a:ext>
            </a:extLst>
          </p:cNvPr>
          <p:cNvSpPr txBox="1"/>
          <p:nvPr/>
        </p:nvSpPr>
        <p:spPr>
          <a:xfrm>
            <a:off x="685800" y="4488364"/>
            <a:ext cx="7735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4"/>
                </a:solidFill>
              </a:rPr>
              <a:t>CONTINUOUS LEARNING · INTEGRATED PIPELINE · REAL-TIME DECISIONING · PRODUCTION SYSTEM</a:t>
            </a:r>
            <a:endParaRPr lang="en-IN" sz="1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535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E67DD-6F30-9E27-8793-13FBFF7D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C294C0-ADAC-767B-DE82-12B838252F49}"/>
              </a:ext>
            </a:extLst>
          </p:cNvPr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6745D4-4BB1-2C67-F703-21ABAFC85420}"/>
              </a:ext>
            </a:extLst>
          </p:cNvPr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5D05DB-2231-68EE-63C2-5BE67A20FABB}"/>
              </a:ext>
            </a:extLst>
          </p:cNvPr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D8486F2-6547-7E83-C164-0D23D197AD71}"/>
              </a:ext>
            </a:extLst>
          </p:cNvPr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3B04164-113B-A2FE-6240-182883B5625D}"/>
              </a:ext>
            </a:extLst>
          </p:cNvPr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A2DA95E-DE13-1078-D2C7-0570DE6DF047}"/>
              </a:ext>
            </a:extLst>
          </p:cNvPr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B7D9413-7CC1-D0DA-3659-1B8AA43989E7}"/>
              </a:ext>
            </a:extLst>
          </p:cNvPr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AF1863E-EAC5-16BA-87C0-FDD92F764EBF}"/>
              </a:ext>
            </a:extLst>
          </p:cNvPr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1976E9C-19D2-43D4-3DE4-54EDEBFD0146}"/>
              </a:ext>
            </a:extLst>
          </p:cNvPr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018BD68-AC7B-5E3A-8B61-69ED604D8CC2}"/>
              </a:ext>
            </a:extLst>
          </p:cNvPr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2DBA0E6-89EC-F600-49D3-BE8BE97D0D61}"/>
              </a:ext>
            </a:extLst>
          </p:cNvPr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40C9D63-AFD2-32AD-30F3-428914A68B6E}"/>
              </a:ext>
            </a:extLst>
          </p:cNvPr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8A3A67A-0087-C6DC-BF19-EC09094A97D7}"/>
              </a:ext>
            </a:extLst>
          </p:cNvPr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32ED1B3-6138-4C3E-5559-11EDD94E5A25}"/>
              </a:ext>
            </a:extLst>
          </p:cNvPr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10AD69B-CF5E-B505-741C-97F389B0C9EA}"/>
              </a:ext>
            </a:extLst>
          </p:cNvPr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8A8489A-AE01-363C-004C-D91FBFF08664}"/>
              </a:ext>
            </a:extLst>
          </p:cNvPr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EBA5AF7-7CF4-357E-46BD-6A50F53683D7}"/>
              </a:ext>
            </a:extLst>
          </p:cNvPr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C5D3942-198C-9CD7-B8E1-0766B859A5F6}"/>
              </a:ext>
            </a:extLst>
          </p:cNvPr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C31450D-3EE2-FA31-83AC-2DEACC3FE5F2}"/>
              </a:ext>
            </a:extLst>
          </p:cNvPr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643BAED-3077-7D1C-3E4C-8C1E8644A30B}"/>
              </a:ext>
            </a:extLst>
          </p:cNvPr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479D147-6D93-E721-24F6-4CC187ECFF9D}"/>
              </a:ext>
            </a:extLst>
          </p:cNvPr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9C02AE6-DF53-B2F2-6CAC-B4E1EF5C6EBC}"/>
              </a:ext>
            </a:extLst>
          </p:cNvPr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F2EF0AC-8F12-DD47-1721-CC80097B00BE}"/>
              </a:ext>
            </a:extLst>
          </p:cNvPr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6B7D82E-4A0A-2B94-DD0A-CB6D3C19738B}"/>
              </a:ext>
            </a:extLst>
          </p:cNvPr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0B83A26-334A-4BB8-AAAD-63B3AF14619A}"/>
              </a:ext>
            </a:extLst>
          </p:cNvPr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27C79DE-E077-6CA0-39E0-95B82AF2E300}"/>
              </a:ext>
            </a:extLst>
          </p:cNvPr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7A5A10F-7E1F-22EA-3C74-3D1C15E68E37}"/>
              </a:ext>
            </a:extLst>
          </p:cNvPr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00E4A18-F3DF-2133-94E5-619F7DCE3C37}"/>
              </a:ext>
            </a:extLst>
          </p:cNvPr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FABD82C-3C9C-758B-B93B-30F716E62CF5}"/>
              </a:ext>
            </a:extLst>
          </p:cNvPr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B5AF3E7-FF74-49C6-8E99-2EE9DE59E805}"/>
              </a:ext>
            </a:extLst>
          </p:cNvPr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EC746F0-ED5B-A875-5D03-5C3091B56AA4}"/>
              </a:ext>
            </a:extLst>
          </p:cNvPr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FE9B1D2-6F44-9695-798E-72A4125E3641}"/>
              </a:ext>
            </a:extLst>
          </p:cNvPr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197FCC1-781A-F01C-24DD-79637B98EFCC}"/>
              </a:ext>
            </a:extLst>
          </p:cNvPr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42064EF-A32C-98E1-0004-0AD94DB38D4A}"/>
              </a:ext>
            </a:extLst>
          </p:cNvPr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B0479A6C-0DB2-8543-2586-3A31BCC34D6B}"/>
              </a:ext>
            </a:extLst>
          </p:cNvPr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D3952E7-F5E0-D820-7652-23623985D4E1}"/>
              </a:ext>
            </a:extLst>
          </p:cNvPr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6517CA6-8EF4-E802-604A-6170D5712670}"/>
              </a:ext>
            </a:extLst>
          </p:cNvPr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6A19F5C-4207-453D-1C0E-B463339D8D70}"/>
              </a:ext>
            </a:extLst>
          </p:cNvPr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FDAC81C-0048-6FE7-DDCF-D79A1A0C75A1}"/>
              </a:ext>
            </a:extLst>
          </p:cNvPr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EF50043-677A-CC46-1E4B-0FC3C8EE828F}"/>
              </a:ext>
            </a:extLst>
          </p:cNvPr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83C334E-1FEE-9EDC-8C03-001D4FAEEDB4}"/>
              </a:ext>
            </a:extLst>
          </p:cNvPr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7E914A4-E399-431C-EDB2-B9D10D4046FF}"/>
              </a:ext>
            </a:extLst>
          </p:cNvPr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4C6E054-3D8F-F753-54AE-A078C4F61F1E}"/>
              </a:ext>
            </a:extLst>
          </p:cNvPr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0AD1C45E-8D4D-D1D2-55AB-07DAEDF30965}"/>
              </a:ext>
            </a:extLst>
          </p:cNvPr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F71CB4F5-850B-7744-75B8-F575C443FC01}"/>
              </a:ext>
            </a:extLst>
          </p:cNvPr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0309B6CE-FA2E-ACE8-EA0F-D82C4B4DAAEB}"/>
              </a:ext>
            </a:extLst>
          </p:cNvPr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A3A704DA-EC4D-2335-CA08-81926AEBE4B1}"/>
              </a:ext>
            </a:extLst>
          </p:cNvPr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ACBD1922-4312-7341-17D1-444A67655482}"/>
              </a:ext>
            </a:extLst>
          </p:cNvPr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538194D8-7FEA-7D61-02B6-D3F4E6B2D2E2}"/>
              </a:ext>
            </a:extLst>
          </p:cNvPr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2344C278-2784-AABC-00FD-FD1EA4DACCC0}"/>
              </a:ext>
            </a:extLst>
          </p:cNvPr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ADBA344-636F-CAC8-D2A4-34C261BC7A4E}"/>
              </a:ext>
            </a:extLst>
          </p:cNvPr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940CFFAA-AFCE-455C-BE8D-D0DAB7ED5FE0}"/>
              </a:ext>
            </a:extLst>
          </p:cNvPr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240BB2CC-8684-B34B-76BE-A6088A06D365}"/>
              </a:ext>
            </a:extLst>
          </p:cNvPr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CE9D0802-91C3-324B-F1B8-D641DD312F90}"/>
              </a:ext>
            </a:extLst>
          </p:cNvPr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18F87B6-93A9-D859-B73F-1B4BE6630D0A}"/>
              </a:ext>
            </a:extLst>
          </p:cNvPr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DFBE298-55D8-FD5C-6983-E0D4D9E68E7E}"/>
              </a:ext>
            </a:extLst>
          </p:cNvPr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6E97984D-5D1B-B913-A120-101D557B1683}"/>
              </a:ext>
            </a:extLst>
          </p:cNvPr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574D8F20-B054-9B3D-770C-52F71B326B47}"/>
              </a:ext>
            </a:extLst>
          </p:cNvPr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73B40B8E-214B-6971-AE94-AAD779A4AC00}"/>
              </a:ext>
            </a:extLst>
          </p:cNvPr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FCBBE5FE-1B48-A472-EDC3-BDA42D5F0395}"/>
              </a:ext>
            </a:extLst>
          </p:cNvPr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2A2F4F2C-D78A-DD64-48D0-9FC1EC978C07}"/>
              </a:ext>
            </a:extLst>
          </p:cNvPr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22C048E3-CBEC-EA89-96D6-28957ABE911B}"/>
              </a:ext>
            </a:extLst>
          </p:cNvPr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4ADFD6B7-2AD3-373A-D1E6-8E2C43EE1E8E}"/>
              </a:ext>
            </a:extLst>
          </p:cNvPr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AA4F0681-0674-B471-3E4E-3E1729527730}"/>
              </a:ext>
            </a:extLst>
          </p:cNvPr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2701D47E-B8DF-7BEA-136A-6D115C3E3771}"/>
              </a:ext>
            </a:extLst>
          </p:cNvPr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B88F63D8-AD98-10BB-6D79-4BCFA896463A}"/>
              </a:ext>
            </a:extLst>
          </p:cNvPr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10E7856A-A945-BB0C-825D-248979CEB686}"/>
              </a:ext>
            </a:extLst>
          </p:cNvPr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9B8044F3-D517-CB7A-8630-DCC91D744B38}"/>
              </a:ext>
            </a:extLst>
          </p:cNvPr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60F22586-D2D6-7825-B2F3-71957F3D568F}"/>
              </a:ext>
            </a:extLst>
          </p:cNvPr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2DC6974F-8C5D-9D8E-4ED7-B16A544EDA38}"/>
              </a:ext>
            </a:extLst>
          </p:cNvPr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FECC0E4D-3532-A436-60A1-2C353C1F3BEE}"/>
              </a:ext>
            </a:extLst>
          </p:cNvPr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B60D01EA-1B2A-EAB6-0D3C-73E80EEDABC7}"/>
              </a:ext>
            </a:extLst>
          </p:cNvPr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8C29ED65-1F75-DC3D-C48A-8E686C71471D}"/>
              </a:ext>
            </a:extLst>
          </p:cNvPr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5D6B8AC2-0693-5206-EC4D-7396E9F5C12D}"/>
              </a:ext>
            </a:extLst>
          </p:cNvPr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621EC22E-C0F8-DE73-6E3F-170B1C62EC8B}"/>
              </a:ext>
            </a:extLst>
          </p:cNvPr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17F01A3F-B356-DC56-E0E2-E895371ADC13}"/>
              </a:ext>
            </a:extLst>
          </p:cNvPr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E5691A0E-E62C-4A6F-51DD-31B2C052CE56}"/>
              </a:ext>
            </a:extLst>
          </p:cNvPr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5A26CB87-F185-F4DA-B613-53CD1641324D}"/>
              </a:ext>
            </a:extLst>
          </p:cNvPr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BD0C755A-CF9B-F608-6E76-26FFB774F308}"/>
              </a:ext>
            </a:extLst>
          </p:cNvPr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49AF9971-784C-668B-4925-3EC402712D52}"/>
              </a:ext>
            </a:extLst>
          </p:cNvPr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9F0A5B8E-5D08-7949-1546-E105D7E111AC}"/>
              </a:ext>
            </a:extLst>
          </p:cNvPr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B52F8BCA-C644-D33E-C4E9-2A644BE5A07E}"/>
              </a:ext>
            </a:extLst>
          </p:cNvPr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7EAFFFED-D421-EF0F-3D85-F28693D46CD9}"/>
              </a:ext>
            </a:extLst>
          </p:cNvPr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2B67A09C-F43E-F21B-1F6E-4D329033F189}"/>
              </a:ext>
            </a:extLst>
          </p:cNvPr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F11DAC78-5CE6-C0BA-3914-62CC948FA0D5}"/>
              </a:ext>
            </a:extLst>
          </p:cNvPr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9E708832-C495-890A-BB97-A1CB37DA7B07}"/>
              </a:ext>
            </a:extLst>
          </p:cNvPr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CAD0FBA2-3868-1115-9A8D-AF371FC7AA3E}"/>
              </a:ext>
            </a:extLst>
          </p:cNvPr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CC3917D7-1132-B41F-7C22-211604C56621}"/>
              </a:ext>
            </a:extLst>
          </p:cNvPr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92584214-B982-D33C-9612-84650F34D7A5}"/>
              </a:ext>
            </a:extLst>
          </p:cNvPr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CF60963E-D2D2-F4BB-3FC6-A91B1407FD21}"/>
              </a:ext>
            </a:extLst>
          </p:cNvPr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774F32F0-13A4-2CF3-0C33-B93DD2AEDAF8}"/>
              </a:ext>
            </a:extLst>
          </p:cNvPr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6788BE9A-80A8-5315-9B3D-59DEB815460D}"/>
              </a:ext>
            </a:extLst>
          </p:cNvPr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B09FA518-442D-0AE8-2F7B-E74D4F93A14F}"/>
              </a:ext>
            </a:extLst>
          </p:cNvPr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6AE18B04-3428-87AC-EFBC-FA31503BB405}"/>
              </a:ext>
            </a:extLst>
          </p:cNvPr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59AA2EA7-A01B-F68D-E8A4-48DE13631855}"/>
              </a:ext>
            </a:extLst>
          </p:cNvPr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CFF66076-CEDE-B5B6-BDBA-159850456343}"/>
              </a:ext>
            </a:extLst>
          </p:cNvPr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10AA208B-6BDB-EA3F-406F-E2B6319D4CB8}"/>
              </a:ext>
            </a:extLst>
          </p:cNvPr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75664DCF-44F6-9F0D-64A0-93104B385AE1}"/>
              </a:ext>
            </a:extLst>
          </p:cNvPr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D3C513C6-AA9E-F59E-008D-976A02F93646}"/>
              </a:ext>
            </a:extLst>
          </p:cNvPr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1570E7DC-CB2D-8B91-1528-F9F5F456D3C4}"/>
              </a:ext>
            </a:extLst>
          </p:cNvPr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9B240ECA-754C-2CFE-2EC3-6A383A818A57}"/>
              </a:ext>
            </a:extLst>
          </p:cNvPr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1301C9FE-11BD-3368-A118-EAED7B0DCE99}"/>
              </a:ext>
            </a:extLst>
          </p:cNvPr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09608BB8-E21B-1C66-6C4E-09BB5533C002}"/>
              </a:ext>
            </a:extLst>
          </p:cNvPr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FE108E03-EF97-0226-83BE-6E1BB154157F}"/>
              </a:ext>
            </a:extLst>
          </p:cNvPr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C366F6AE-B7E3-18DD-2EEA-F8AE2591BEBE}"/>
              </a:ext>
            </a:extLst>
          </p:cNvPr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41F83A1F-A462-5459-6D65-EA7771DE4183}"/>
              </a:ext>
            </a:extLst>
          </p:cNvPr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4E263C5E-8E27-C1BE-E30C-0B3B7DA7CD9A}"/>
              </a:ext>
            </a:extLst>
          </p:cNvPr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108EDFE0-4B85-E91B-B476-BC1B1E4C4F15}"/>
              </a:ext>
            </a:extLst>
          </p:cNvPr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A3A5910D-58E5-2949-D39E-AFC5B17AA21D}"/>
              </a:ext>
            </a:extLst>
          </p:cNvPr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E3D696BA-1138-AA14-1FCF-B511210904FD}"/>
              </a:ext>
            </a:extLst>
          </p:cNvPr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BF8CDC37-26A9-04A8-F3F2-EC0278714D64}"/>
              </a:ext>
            </a:extLst>
          </p:cNvPr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7814911F-FB6A-047B-E92C-BBA537F96202}"/>
              </a:ext>
            </a:extLst>
          </p:cNvPr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2478DDF3-918F-7284-5038-CB136CEB2228}"/>
              </a:ext>
            </a:extLst>
          </p:cNvPr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610BEED6-99A4-7C81-FC7A-DE1FEADC7799}"/>
              </a:ext>
            </a:extLst>
          </p:cNvPr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863C62B8-593C-152F-0445-6AF05E819DEE}"/>
              </a:ext>
            </a:extLst>
          </p:cNvPr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154A2DCC-DDFC-EFC5-1426-8FE1BA87E81B}"/>
              </a:ext>
            </a:extLst>
          </p:cNvPr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D8543A85-3E20-2538-E246-A77F41EE01AA}"/>
              </a:ext>
            </a:extLst>
          </p:cNvPr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45DBBCE2-C7EA-E184-B4A0-43BC068B81B3}"/>
              </a:ext>
            </a:extLst>
          </p:cNvPr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69521299-154A-7149-4B3C-14F378935302}"/>
              </a:ext>
            </a:extLst>
          </p:cNvPr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764ACF77-BE02-D3D1-E84A-AB8875541E6D}"/>
              </a:ext>
            </a:extLst>
          </p:cNvPr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0655847D-6A63-7EE7-EEDE-D0C00DE1897D}"/>
              </a:ext>
            </a:extLst>
          </p:cNvPr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2AB71203-1BF1-0504-CAEB-DAAA6786524D}"/>
              </a:ext>
            </a:extLst>
          </p:cNvPr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C994691C-97F4-D8CC-A08E-4212C9EF3CBF}"/>
              </a:ext>
            </a:extLst>
          </p:cNvPr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F91AD3C9-C34E-32FD-967E-D491D8D6687A}"/>
              </a:ext>
            </a:extLst>
          </p:cNvPr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1ED2A619-359D-98BF-3FF2-F2D9C9920CE9}"/>
              </a:ext>
            </a:extLst>
          </p:cNvPr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22472EB6-5D33-9ECA-0360-A0FE63A3A6BD}"/>
              </a:ext>
            </a:extLst>
          </p:cNvPr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>
            <a:extLst>
              <a:ext uri="{FF2B5EF4-FFF2-40B4-BE49-F238E27FC236}">
                <a16:creationId xmlns:a16="http://schemas.microsoft.com/office/drawing/2014/main" id="{8A370E5D-2519-B9E6-3F60-9D58FA102C08}"/>
              </a:ext>
            </a:extLst>
          </p:cNvPr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1AF84CF4-4916-E7BB-1B8D-B794F2ECF0B0}"/>
              </a:ext>
            </a:extLst>
          </p:cNvPr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5B5E2CBB-753B-8EB7-9015-4942A62A3BC5}"/>
              </a:ext>
            </a:extLst>
          </p:cNvPr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3101D8DB-2E15-2463-CD5A-B22B395782DE}"/>
              </a:ext>
            </a:extLst>
          </p:cNvPr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7666AA8F-959B-A710-5B79-DD2F213B20EF}"/>
              </a:ext>
            </a:extLst>
          </p:cNvPr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6498E916-6A8F-21B3-4ED4-0BB4FA879E8F}"/>
              </a:ext>
            </a:extLst>
          </p:cNvPr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1C69EE28-44FC-8C1A-8C24-3F14F9041450}"/>
              </a:ext>
            </a:extLst>
          </p:cNvPr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9EAEEBC6-6EF8-E545-DB15-BCDD1187F21B}"/>
              </a:ext>
            </a:extLst>
          </p:cNvPr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85E4910D-BDA3-9640-7FF6-26911E8212F5}"/>
              </a:ext>
            </a:extLst>
          </p:cNvPr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DCA279F9-FA06-C16E-D2C3-B3F2C865F3B0}"/>
              </a:ext>
            </a:extLst>
          </p:cNvPr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78BCC80F-7703-B1E7-932C-740C7BDDF2C3}"/>
              </a:ext>
            </a:extLst>
          </p:cNvPr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DFAA76E3-4916-56B6-E929-5395C1441014}"/>
              </a:ext>
            </a:extLst>
          </p:cNvPr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53629D01-DB0B-F8BA-D931-57DCFD9C0446}"/>
              </a:ext>
            </a:extLst>
          </p:cNvPr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3B7B440E-4214-56C4-55AA-CB871B208E89}"/>
              </a:ext>
            </a:extLst>
          </p:cNvPr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>
            <a:extLst>
              <a:ext uri="{FF2B5EF4-FFF2-40B4-BE49-F238E27FC236}">
                <a16:creationId xmlns:a16="http://schemas.microsoft.com/office/drawing/2014/main" id="{E2E9D742-D58B-8194-2046-9C5F9FB0834C}"/>
              </a:ext>
            </a:extLst>
          </p:cNvPr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2AB80E46-ADC1-80EA-D848-5669AC47D3A5}"/>
              </a:ext>
            </a:extLst>
          </p:cNvPr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BB653CDF-C4E2-A525-536E-9855DB1A0F9D}"/>
              </a:ext>
            </a:extLst>
          </p:cNvPr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B1A0C227-91F9-B626-431E-D86D635F4538}"/>
              </a:ext>
            </a:extLst>
          </p:cNvPr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9A4FFAF5-B75C-F5AD-7F12-4AE028B1D5B1}"/>
              </a:ext>
            </a:extLst>
          </p:cNvPr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0B4E03C7-0B6C-6B10-C39B-F793190ED316}"/>
              </a:ext>
            </a:extLst>
          </p:cNvPr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BE18BC18-3AA4-3CBD-A2AF-5AD1702E0858}"/>
              </a:ext>
            </a:extLst>
          </p:cNvPr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D173B260-B443-18FD-AB62-87FECA661D99}"/>
              </a:ext>
            </a:extLst>
          </p:cNvPr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>
            <a:extLst>
              <a:ext uri="{FF2B5EF4-FFF2-40B4-BE49-F238E27FC236}">
                <a16:creationId xmlns:a16="http://schemas.microsoft.com/office/drawing/2014/main" id="{2743EE8F-1127-2459-F2B8-AB6C5DE79351}"/>
              </a:ext>
            </a:extLst>
          </p:cNvPr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>
            <a:extLst>
              <a:ext uri="{FF2B5EF4-FFF2-40B4-BE49-F238E27FC236}">
                <a16:creationId xmlns:a16="http://schemas.microsoft.com/office/drawing/2014/main" id="{B22A6101-1650-B72C-6561-31FB4EA9C36D}"/>
              </a:ext>
            </a:extLst>
          </p:cNvPr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>
            <a:extLst>
              <a:ext uri="{FF2B5EF4-FFF2-40B4-BE49-F238E27FC236}">
                <a16:creationId xmlns:a16="http://schemas.microsoft.com/office/drawing/2014/main" id="{FBF12D32-F7AB-3530-5F18-1C2370D37FF7}"/>
              </a:ext>
            </a:extLst>
          </p:cNvPr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>
            <a:extLst>
              <a:ext uri="{FF2B5EF4-FFF2-40B4-BE49-F238E27FC236}">
                <a16:creationId xmlns:a16="http://schemas.microsoft.com/office/drawing/2014/main" id="{0A27CF9A-FC55-F89B-9DC3-5E97D7774D3D}"/>
              </a:ext>
            </a:extLst>
          </p:cNvPr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4FE10779-CC99-83CC-887E-25FA16D4D390}"/>
              </a:ext>
            </a:extLst>
          </p:cNvPr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AAFD53F9-0654-300B-7382-AEC6778472D0}"/>
              </a:ext>
            </a:extLst>
          </p:cNvPr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712DB132-FE74-1671-2032-E0B6BCBF6D88}"/>
              </a:ext>
            </a:extLst>
          </p:cNvPr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955B6099-9CEC-AAC2-1021-50FDCB47F325}"/>
              </a:ext>
            </a:extLst>
          </p:cNvPr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>
            <a:extLst>
              <a:ext uri="{FF2B5EF4-FFF2-40B4-BE49-F238E27FC236}">
                <a16:creationId xmlns:a16="http://schemas.microsoft.com/office/drawing/2014/main" id="{C342BF59-8577-FFD9-3F24-EB1A6FB8985D}"/>
              </a:ext>
            </a:extLst>
          </p:cNvPr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486B93E0-21CC-26CA-B6DB-2812CDFD7907}"/>
              </a:ext>
            </a:extLst>
          </p:cNvPr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>
            <a:extLst>
              <a:ext uri="{FF2B5EF4-FFF2-40B4-BE49-F238E27FC236}">
                <a16:creationId xmlns:a16="http://schemas.microsoft.com/office/drawing/2014/main" id="{855EA1D4-5DA8-E2D3-5564-DEE55E12E7F2}"/>
              </a:ext>
            </a:extLst>
          </p:cNvPr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D7178F23-D1A1-80DC-572C-10A433FF91B5}"/>
              </a:ext>
            </a:extLst>
          </p:cNvPr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>
            <a:extLst>
              <a:ext uri="{FF2B5EF4-FFF2-40B4-BE49-F238E27FC236}">
                <a16:creationId xmlns:a16="http://schemas.microsoft.com/office/drawing/2014/main" id="{D004CA89-526B-5992-34C8-A9F4C3E29D11}"/>
              </a:ext>
            </a:extLst>
          </p:cNvPr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7CFBFA8E-1132-CF60-B69B-E9B99F2ACB6E}"/>
              </a:ext>
            </a:extLst>
          </p:cNvPr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>
            <a:extLst>
              <a:ext uri="{FF2B5EF4-FFF2-40B4-BE49-F238E27FC236}">
                <a16:creationId xmlns:a16="http://schemas.microsoft.com/office/drawing/2014/main" id="{468C39DB-CCA8-E905-4237-041C0035B857}"/>
              </a:ext>
            </a:extLst>
          </p:cNvPr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>
            <a:extLst>
              <a:ext uri="{FF2B5EF4-FFF2-40B4-BE49-F238E27FC236}">
                <a16:creationId xmlns:a16="http://schemas.microsoft.com/office/drawing/2014/main" id="{1C036F50-55F5-85D8-E8F7-DA81927F47FA}"/>
              </a:ext>
            </a:extLst>
          </p:cNvPr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>
            <a:extLst>
              <a:ext uri="{FF2B5EF4-FFF2-40B4-BE49-F238E27FC236}">
                <a16:creationId xmlns:a16="http://schemas.microsoft.com/office/drawing/2014/main" id="{6B890FAA-599D-861E-F502-EFA9165D3F5F}"/>
              </a:ext>
            </a:extLst>
          </p:cNvPr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BFD358F9-97B0-86B8-F1FB-6D441959B9C8}"/>
              </a:ext>
            </a:extLst>
          </p:cNvPr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>
            <a:extLst>
              <a:ext uri="{FF2B5EF4-FFF2-40B4-BE49-F238E27FC236}">
                <a16:creationId xmlns:a16="http://schemas.microsoft.com/office/drawing/2014/main" id="{0A00C0D7-AEA7-DCDC-BBD8-F01B28773147}"/>
              </a:ext>
            </a:extLst>
          </p:cNvPr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>
            <a:extLst>
              <a:ext uri="{FF2B5EF4-FFF2-40B4-BE49-F238E27FC236}">
                <a16:creationId xmlns:a16="http://schemas.microsoft.com/office/drawing/2014/main" id="{D9C7D184-1F87-FB4D-6D68-225C7816A7AF}"/>
              </a:ext>
            </a:extLst>
          </p:cNvPr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>
            <a:extLst>
              <a:ext uri="{FF2B5EF4-FFF2-40B4-BE49-F238E27FC236}">
                <a16:creationId xmlns:a16="http://schemas.microsoft.com/office/drawing/2014/main" id="{35E44172-43C6-7063-9725-BE4BE34DD68B}"/>
              </a:ext>
            </a:extLst>
          </p:cNvPr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F9FA266E-823E-AE0B-E191-7D775FCF96CF}"/>
              </a:ext>
            </a:extLst>
          </p:cNvPr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BE06F546-BCDF-0E34-5816-4FCBE67852F8}"/>
              </a:ext>
            </a:extLst>
          </p:cNvPr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D11B1AB3-2A2F-56A8-A132-A871C1BFFB24}"/>
              </a:ext>
            </a:extLst>
          </p:cNvPr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>
            <a:extLst>
              <a:ext uri="{FF2B5EF4-FFF2-40B4-BE49-F238E27FC236}">
                <a16:creationId xmlns:a16="http://schemas.microsoft.com/office/drawing/2014/main" id="{AE951279-C1E4-88B6-C689-9959AF04824A}"/>
              </a:ext>
            </a:extLst>
          </p:cNvPr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>
            <a:extLst>
              <a:ext uri="{FF2B5EF4-FFF2-40B4-BE49-F238E27FC236}">
                <a16:creationId xmlns:a16="http://schemas.microsoft.com/office/drawing/2014/main" id="{51ED741B-ED49-0DF6-E597-CE51DF8C780B}"/>
              </a:ext>
            </a:extLst>
          </p:cNvPr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>
            <a:extLst>
              <a:ext uri="{FF2B5EF4-FFF2-40B4-BE49-F238E27FC236}">
                <a16:creationId xmlns:a16="http://schemas.microsoft.com/office/drawing/2014/main" id="{BAD6551E-D087-C2D1-EDEF-67C442715695}"/>
              </a:ext>
            </a:extLst>
          </p:cNvPr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D52572B9-891B-B8AC-8DC9-5FE1EB9ED832}"/>
              </a:ext>
            </a:extLst>
          </p:cNvPr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>
            <a:extLst>
              <a:ext uri="{FF2B5EF4-FFF2-40B4-BE49-F238E27FC236}">
                <a16:creationId xmlns:a16="http://schemas.microsoft.com/office/drawing/2014/main" id="{F15A4F3C-8011-896C-5EA3-9523648CBE59}"/>
              </a:ext>
            </a:extLst>
          </p:cNvPr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>
            <a:extLst>
              <a:ext uri="{FF2B5EF4-FFF2-40B4-BE49-F238E27FC236}">
                <a16:creationId xmlns:a16="http://schemas.microsoft.com/office/drawing/2014/main" id="{7F6E8E58-E703-ED70-87D4-432645931629}"/>
              </a:ext>
            </a:extLst>
          </p:cNvPr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>
            <a:extLst>
              <a:ext uri="{FF2B5EF4-FFF2-40B4-BE49-F238E27FC236}">
                <a16:creationId xmlns:a16="http://schemas.microsoft.com/office/drawing/2014/main" id="{B68E005B-6459-F231-FEA0-A40814FE78A4}"/>
              </a:ext>
            </a:extLst>
          </p:cNvPr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6BC33A25-2C08-8BC1-65D4-A56769516581}"/>
              </a:ext>
            </a:extLst>
          </p:cNvPr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>
            <a:extLst>
              <a:ext uri="{FF2B5EF4-FFF2-40B4-BE49-F238E27FC236}">
                <a16:creationId xmlns:a16="http://schemas.microsoft.com/office/drawing/2014/main" id="{EA91775C-DADF-A0AA-9B98-64FF18203B75}"/>
              </a:ext>
            </a:extLst>
          </p:cNvPr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>
            <a:extLst>
              <a:ext uri="{FF2B5EF4-FFF2-40B4-BE49-F238E27FC236}">
                <a16:creationId xmlns:a16="http://schemas.microsoft.com/office/drawing/2014/main" id="{BB2C9516-D560-BBA8-C792-FB9894160FDA}"/>
              </a:ext>
            </a:extLst>
          </p:cNvPr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>
            <a:extLst>
              <a:ext uri="{FF2B5EF4-FFF2-40B4-BE49-F238E27FC236}">
                <a16:creationId xmlns:a16="http://schemas.microsoft.com/office/drawing/2014/main" id="{6D68F533-E1AF-DC63-00EB-34FCED17D500}"/>
              </a:ext>
            </a:extLst>
          </p:cNvPr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>
            <a:extLst>
              <a:ext uri="{FF2B5EF4-FFF2-40B4-BE49-F238E27FC236}">
                <a16:creationId xmlns:a16="http://schemas.microsoft.com/office/drawing/2014/main" id="{60336014-ED44-E809-1EA4-F28988C4B049}"/>
              </a:ext>
            </a:extLst>
          </p:cNvPr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>
            <a:extLst>
              <a:ext uri="{FF2B5EF4-FFF2-40B4-BE49-F238E27FC236}">
                <a16:creationId xmlns:a16="http://schemas.microsoft.com/office/drawing/2014/main" id="{F9A39042-1D67-62E6-7EC4-9F9ACA644AD5}"/>
              </a:ext>
            </a:extLst>
          </p:cNvPr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>
            <a:extLst>
              <a:ext uri="{FF2B5EF4-FFF2-40B4-BE49-F238E27FC236}">
                <a16:creationId xmlns:a16="http://schemas.microsoft.com/office/drawing/2014/main" id="{D03650A4-FD0C-FB8B-F568-52546FE75E72}"/>
              </a:ext>
            </a:extLst>
          </p:cNvPr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>
            <a:extLst>
              <a:ext uri="{FF2B5EF4-FFF2-40B4-BE49-F238E27FC236}">
                <a16:creationId xmlns:a16="http://schemas.microsoft.com/office/drawing/2014/main" id="{94E9878C-AC1C-EEA7-2049-F70E29B6845A}"/>
              </a:ext>
            </a:extLst>
          </p:cNvPr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910946D0-5DB6-FC08-87AF-3C1827A625D9}"/>
              </a:ext>
            </a:extLst>
          </p:cNvPr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>
            <a:extLst>
              <a:ext uri="{FF2B5EF4-FFF2-40B4-BE49-F238E27FC236}">
                <a16:creationId xmlns:a16="http://schemas.microsoft.com/office/drawing/2014/main" id="{59203D35-783F-33A3-1196-A04CDFFE4644}"/>
              </a:ext>
            </a:extLst>
          </p:cNvPr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26AA0E3A-A7AE-4700-1A9C-F4448711F9F3}"/>
              </a:ext>
            </a:extLst>
          </p:cNvPr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>
            <a:extLst>
              <a:ext uri="{FF2B5EF4-FFF2-40B4-BE49-F238E27FC236}">
                <a16:creationId xmlns:a16="http://schemas.microsoft.com/office/drawing/2014/main" id="{7CDE17BE-6DC8-814F-03FC-761C31EDF0EF}"/>
              </a:ext>
            </a:extLst>
          </p:cNvPr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538A2DFA-8598-D307-A73D-F23C3F3A3F22}"/>
              </a:ext>
            </a:extLst>
          </p:cNvPr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>
            <a:extLst>
              <a:ext uri="{FF2B5EF4-FFF2-40B4-BE49-F238E27FC236}">
                <a16:creationId xmlns:a16="http://schemas.microsoft.com/office/drawing/2014/main" id="{F1B2EA08-2BA0-1724-7A3A-D8B25810EFA1}"/>
              </a:ext>
            </a:extLst>
          </p:cNvPr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>
            <a:extLst>
              <a:ext uri="{FF2B5EF4-FFF2-40B4-BE49-F238E27FC236}">
                <a16:creationId xmlns:a16="http://schemas.microsoft.com/office/drawing/2014/main" id="{700FB1E7-B9DE-6428-93A9-469EF6553FAB}"/>
              </a:ext>
            </a:extLst>
          </p:cNvPr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>
            <a:extLst>
              <a:ext uri="{FF2B5EF4-FFF2-40B4-BE49-F238E27FC236}">
                <a16:creationId xmlns:a16="http://schemas.microsoft.com/office/drawing/2014/main" id="{D61AB440-C8DC-0C82-17B0-F350DD7A1D79}"/>
              </a:ext>
            </a:extLst>
          </p:cNvPr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>
            <a:extLst>
              <a:ext uri="{FF2B5EF4-FFF2-40B4-BE49-F238E27FC236}">
                <a16:creationId xmlns:a16="http://schemas.microsoft.com/office/drawing/2014/main" id="{8E4F38E5-2C1C-1D62-2372-EA8641F90C16}"/>
              </a:ext>
            </a:extLst>
          </p:cNvPr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>
            <a:extLst>
              <a:ext uri="{FF2B5EF4-FFF2-40B4-BE49-F238E27FC236}">
                <a16:creationId xmlns:a16="http://schemas.microsoft.com/office/drawing/2014/main" id="{D0A97BED-DF28-F1F1-C609-AA0DA409AF0E}"/>
              </a:ext>
            </a:extLst>
          </p:cNvPr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>
            <a:extLst>
              <a:ext uri="{FF2B5EF4-FFF2-40B4-BE49-F238E27FC236}">
                <a16:creationId xmlns:a16="http://schemas.microsoft.com/office/drawing/2014/main" id="{5C8A7DE9-F30E-E377-126C-974A4598DFC4}"/>
              </a:ext>
            </a:extLst>
          </p:cNvPr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>
            <a:extLst>
              <a:ext uri="{FF2B5EF4-FFF2-40B4-BE49-F238E27FC236}">
                <a16:creationId xmlns:a16="http://schemas.microsoft.com/office/drawing/2014/main" id="{CE09DBB7-6E8A-5581-CF91-4197B162E8E8}"/>
              </a:ext>
            </a:extLst>
          </p:cNvPr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>
            <a:extLst>
              <a:ext uri="{FF2B5EF4-FFF2-40B4-BE49-F238E27FC236}">
                <a16:creationId xmlns:a16="http://schemas.microsoft.com/office/drawing/2014/main" id="{085471C3-4FBD-1C13-360D-7F3C97A61BFF}"/>
              </a:ext>
            </a:extLst>
          </p:cNvPr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>
            <a:extLst>
              <a:ext uri="{FF2B5EF4-FFF2-40B4-BE49-F238E27FC236}">
                <a16:creationId xmlns:a16="http://schemas.microsoft.com/office/drawing/2014/main" id="{F43021ED-92D7-A538-7715-8E92DBDE279D}"/>
              </a:ext>
            </a:extLst>
          </p:cNvPr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r>
              <a:rPr lang="en-US" dirty="0"/>
              <a:t>x</a:t>
            </a:r>
            <a:endParaRPr lang="en-IN" dirty="0"/>
          </a:p>
        </p:txBody>
      </p:sp>
      <p:sp>
        <p:nvSpPr>
          <p:cNvPr id="203" name="Shape 201">
            <a:extLst>
              <a:ext uri="{FF2B5EF4-FFF2-40B4-BE49-F238E27FC236}">
                <a16:creationId xmlns:a16="http://schemas.microsoft.com/office/drawing/2014/main" id="{811A4480-BA81-915E-04B2-A0715BE64B07}"/>
              </a:ext>
            </a:extLst>
          </p:cNvPr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>
            <a:extLst>
              <a:ext uri="{FF2B5EF4-FFF2-40B4-BE49-F238E27FC236}">
                <a16:creationId xmlns:a16="http://schemas.microsoft.com/office/drawing/2014/main" id="{B4134163-3BCF-09A9-B490-39D8C19E1CE1}"/>
              </a:ext>
            </a:extLst>
          </p:cNvPr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>
            <a:extLst>
              <a:ext uri="{FF2B5EF4-FFF2-40B4-BE49-F238E27FC236}">
                <a16:creationId xmlns:a16="http://schemas.microsoft.com/office/drawing/2014/main" id="{EE300F17-9B82-6926-D900-294657681138}"/>
              </a:ext>
            </a:extLst>
          </p:cNvPr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>
            <a:extLst>
              <a:ext uri="{FF2B5EF4-FFF2-40B4-BE49-F238E27FC236}">
                <a16:creationId xmlns:a16="http://schemas.microsoft.com/office/drawing/2014/main" id="{5D6822BD-AE93-79CB-CABC-0A960FDE6BB3}"/>
              </a:ext>
            </a:extLst>
          </p:cNvPr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>
            <a:extLst>
              <a:ext uri="{FF2B5EF4-FFF2-40B4-BE49-F238E27FC236}">
                <a16:creationId xmlns:a16="http://schemas.microsoft.com/office/drawing/2014/main" id="{6F2704BE-333F-DFD6-739C-787B33A7293F}"/>
              </a:ext>
            </a:extLst>
          </p:cNvPr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>
            <a:extLst>
              <a:ext uri="{FF2B5EF4-FFF2-40B4-BE49-F238E27FC236}">
                <a16:creationId xmlns:a16="http://schemas.microsoft.com/office/drawing/2014/main" id="{5F55A9F3-4472-0D6E-8994-8D4C9FCE301B}"/>
              </a:ext>
            </a:extLst>
          </p:cNvPr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>
            <a:extLst>
              <a:ext uri="{FF2B5EF4-FFF2-40B4-BE49-F238E27FC236}">
                <a16:creationId xmlns:a16="http://schemas.microsoft.com/office/drawing/2014/main" id="{4BF4D7BB-4F85-D0A6-05A7-E3EEE3C4C1AA}"/>
              </a:ext>
            </a:extLst>
          </p:cNvPr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>
            <a:extLst>
              <a:ext uri="{FF2B5EF4-FFF2-40B4-BE49-F238E27FC236}">
                <a16:creationId xmlns:a16="http://schemas.microsoft.com/office/drawing/2014/main" id="{BEE08F63-9197-9343-99E4-7A7DB3F1B2DF}"/>
              </a:ext>
            </a:extLst>
          </p:cNvPr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>
            <a:extLst>
              <a:ext uri="{FF2B5EF4-FFF2-40B4-BE49-F238E27FC236}">
                <a16:creationId xmlns:a16="http://schemas.microsoft.com/office/drawing/2014/main" id="{CCF25DAE-5D8C-8FFD-3D27-AD25A31921FF}"/>
              </a:ext>
            </a:extLst>
          </p:cNvPr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>
            <a:extLst>
              <a:ext uri="{FF2B5EF4-FFF2-40B4-BE49-F238E27FC236}">
                <a16:creationId xmlns:a16="http://schemas.microsoft.com/office/drawing/2014/main" id="{421FED99-31EE-E9A6-D6DB-92B6EC6E299E}"/>
              </a:ext>
            </a:extLst>
          </p:cNvPr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>
            <a:extLst>
              <a:ext uri="{FF2B5EF4-FFF2-40B4-BE49-F238E27FC236}">
                <a16:creationId xmlns:a16="http://schemas.microsoft.com/office/drawing/2014/main" id="{DA431C90-BD80-96A8-7CA1-8217831A8AAB}"/>
              </a:ext>
            </a:extLst>
          </p:cNvPr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>
            <a:extLst>
              <a:ext uri="{FF2B5EF4-FFF2-40B4-BE49-F238E27FC236}">
                <a16:creationId xmlns:a16="http://schemas.microsoft.com/office/drawing/2014/main" id="{95A1413F-2B52-47A2-0C04-943BC74A2870}"/>
              </a:ext>
            </a:extLst>
          </p:cNvPr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>
            <a:extLst>
              <a:ext uri="{FF2B5EF4-FFF2-40B4-BE49-F238E27FC236}">
                <a16:creationId xmlns:a16="http://schemas.microsoft.com/office/drawing/2014/main" id="{1B2FAAD9-CCA6-A8D1-E848-B16C18C8D8E2}"/>
              </a:ext>
            </a:extLst>
          </p:cNvPr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>
            <a:extLst>
              <a:ext uri="{FF2B5EF4-FFF2-40B4-BE49-F238E27FC236}">
                <a16:creationId xmlns:a16="http://schemas.microsoft.com/office/drawing/2014/main" id="{1F512232-9201-7DA6-EB12-6F393A946302}"/>
              </a:ext>
            </a:extLst>
          </p:cNvPr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>
            <a:extLst>
              <a:ext uri="{FF2B5EF4-FFF2-40B4-BE49-F238E27FC236}">
                <a16:creationId xmlns:a16="http://schemas.microsoft.com/office/drawing/2014/main" id="{8C6956AB-DA09-B6F8-B23D-F114FDEACA33}"/>
              </a:ext>
            </a:extLst>
          </p:cNvPr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>
            <a:extLst>
              <a:ext uri="{FF2B5EF4-FFF2-40B4-BE49-F238E27FC236}">
                <a16:creationId xmlns:a16="http://schemas.microsoft.com/office/drawing/2014/main" id="{EBECAEC3-F53F-2888-31EC-4D59E76D5B64}"/>
              </a:ext>
            </a:extLst>
          </p:cNvPr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>
            <a:extLst>
              <a:ext uri="{FF2B5EF4-FFF2-40B4-BE49-F238E27FC236}">
                <a16:creationId xmlns:a16="http://schemas.microsoft.com/office/drawing/2014/main" id="{683CD5CB-9200-6B31-960F-E6CDEB5EA7B5}"/>
              </a:ext>
            </a:extLst>
          </p:cNvPr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>
            <a:extLst>
              <a:ext uri="{FF2B5EF4-FFF2-40B4-BE49-F238E27FC236}">
                <a16:creationId xmlns:a16="http://schemas.microsoft.com/office/drawing/2014/main" id="{7B2B6632-0ECE-3AB2-8AD4-5D2FCB9FAB0C}"/>
              </a:ext>
            </a:extLst>
          </p:cNvPr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>
            <a:extLst>
              <a:ext uri="{FF2B5EF4-FFF2-40B4-BE49-F238E27FC236}">
                <a16:creationId xmlns:a16="http://schemas.microsoft.com/office/drawing/2014/main" id="{DFC5407B-7FE3-EDEB-628E-D4AECBC7C1BF}"/>
              </a:ext>
            </a:extLst>
          </p:cNvPr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>
            <a:extLst>
              <a:ext uri="{FF2B5EF4-FFF2-40B4-BE49-F238E27FC236}">
                <a16:creationId xmlns:a16="http://schemas.microsoft.com/office/drawing/2014/main" id="{0EAD3EA5-A05B-3A1F-29BC-024D20D536DE}"/>
              </a:ext>
            </a:extLst>
          </p:cNvPr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>
            <a:extLst>
              <a:ext uri="{FF2B5EF4-FFF2-40B4-BE49-F238E27FC236}">
                <a16:creationId xmlns:a16="http://schemas.microsoft.com/office/drawing/2014/main" id="{F5CB0EE4-FD4F-425B-70F4-6FD836278CF5}"/>
              </a:ext>
            </a:extLst>
          </p:cNvPr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>
            <a:extLst>
              <a:ext uri="{FF2B5EF4-FFF2-40B4-BE49-F238E27FC236}">
                <a16:creationId xmlns:a16="http://schemas.microsoft.com/office/drawing/2014/main" id="{B62A9B26-902E-056E-8C31-4F6BFA83A94B}"/>
              </a:ext>
            </a:extLst>
          </p:cNvPr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>
            <a:extLst>
              <a:ext uri="{FF2B5EF4-FFF2-40B4-BE49-F238E27FC236}">
                <a16:creationId xmlns:a16="http://schemas.microsoft.com/office/drawing/2014/main" id="{521452DC-13E8-E36D-AFF8-5357E63B42B4}"/>
              </a:ext>
            </a:extLst>
          </p:cNvPr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>
            <a:extLst>
              <a:ext uri="{FF2B5EF4-FFF2-40B4-BE49-F238E27FC236}">
                <a16:creationId xmlns:a16="http://schemas.microsoft.com/office/drawing/2014/main" id="{E4F4575D-0128-B0F5-50DA-44489C728B5C}"/>
              </a:ext>
            </a:extLst>
          </p:cNvPr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>
            <a:extLst>
              <a:ext uri="{FF2B5EF4-FFF2-40B4-BE49-F238E27FC236}">
                <a16:creationId xmlns:a16="http://schemas.microsoft.com/office/drawing/2014/main" id="{9807A827-8747-4F4D-4E2D-2465EFC3150C}"/>
              </a:ext>
            </a:extLst>
          </p:cNvPr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>
            <a:extLst>
              <a:ext uri="{FF2B5EF4-FFF2-40B4-BE49-F238E27FC236}">
                <a16:creationId xmlns:a16="http://schemas.microsoft.com/office/drawing/2014/main" id="{5C46A23B-8015-A136-CF64-534ACBF85BC3}"/>
              </a:ext>
            </a:extLst>
          </p:cNvPr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>
            <a:extLst>
              <a:ext uri="{FF2B5EF4-FFF2-40B4-BE49-F238E27FC236}">
                <a16:creationId xmlns:a16="http://schemas.microsoft.com/office/drawing/2014/main" id="{6A6C7911-DA4A-ECB1-385C-64FC0D6FA080}"/>
              </a:ext>
            </a:extLst>
          </p:cNvPr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>
            <a:extLst>
              <a:ext uri="{FF2B5EF4-FFF2-40B4-BE49-F238E27FC236}">
                <a16:creationId xmlns:a16="http://schemas.microsoft.com/office/drawing/2014/main" id="{B23E6B86-E793-4FF4-19D8-F3F72678603F}"/>
              </a:ext>
            </a:extLst>
          </p:cNvPr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>
            <a:extLst>
              <a:ext uri="{FF2B5EF4-FFF2-40B4-BE49-F238E27FC236}">
                <a16:creationId xmlns:a16="http://schemas.microsoft.com/office/drawing/2014/main" id="{805611CF-5D8E-1615-9DB1-32F966B43394}"/>
              </a:ext>
            </a:extLst>
          </p:cNvPr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>
            <a:extLst>
              <a:ext uri="{FF2B5EF4-FFF2-40B4-BE49-F238E27FC236}">
                <a16:creationId xmlns:a16="http://schemas.microsoft.com/office/drawing/2014/main" id="{236677D9-CE7F-CA87-6892-8918F6A828A6}"/>
              </a:ext>
            </a:extLst>
          </p:cNvPr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>
            <a:extLst>
              <a:ext uri="{FF2B5EF4-FFF2-40B4-BE49-F238E27FC236}">
                <a16:creationId xmlns:a16="http://schemas.microsoft.com/office/drawing/2014/main" id="{B77D0DF8-0936-F9F5-5BC6-689CBDC13E05}"/>
              </a:ext>
            </a:extLst>
          </p:cNvPr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>
            <a:extLst>
              <a:ext uri="{FF2B5EF4-FFF2-40B4-BE49-F238E27FC236}">
                <a16:creationId xmlns:a16="http://schemas.microsoft.com/office/drawing/2014/main" id="{ED12C295-21AA-0D18-8BC4-79D4DFF2B5C4}"/>
              </a:ext>
            </a:extLst>
          </p:cNvPr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>
            <a:extLst>
              <a:ext uri="{FF2B5EF4-FFF2-40B4-BE49-F238E27FC236}">
                <a16:creationId xmlns:a16="http://schemas.microsoft.com/office/drawing/2014/main" id="{485528F7-C445-1E6B-4DCE-60B4E89A6625}"/>
              </a:ext>
            </a:extLst>
          </p:cNvPr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>
            <a:extLst>
              <a:ext uri="{FF2B5EF4-FFF2-40B4-BE49-F238E27FC236}">
                <a16:creationId xmlns:a16="http://schemas.microsoft.com/office/drawing/2014/main" id="{C62A9715-CBE4-A078-FF43-34A4664AFB68}"/>
              </a:ext>
            </a:extLst>
          </p:cNvPr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>
            <a:extLst>
              <a:ext uri="{FF2B5EF4-FFF2-40B4-BE49-F238E27FC236}">
                <a16:creationId xmlns:a16="http://schemas.microsoft.com/office/drawing/2014/main" id="{23E91812-3E76-9FFF-7D1D-EB45D9659776}"/>
              </a:ext>
            </a:extLst>
          </p:cNvPr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>
            <a:extLst>
              <a:ext uri="{FF2B5EF4-FFF2-40B4-BE49-F238E27FC236}">
                <a16:creationId xmlns:a16="http://schemas.microsoft.com/office/drawing/2014/main" id="{847B7B85-1D35-9A30-A6A4-304D06D6DB51}"/>
              </a:ext>
            </a:extLst>
          </p:cNvPr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>
            <a:extLst>
              <a:ext uri="{FF2B5EF4-FFF2-40B4-BE49-F238E27FC236}">
                <a16:creationId xmlns:a16="http://schemas.microsoft.com/office/drawing/2014/main" id="{0CE9C6A9-B01A-ADF9-19A5-965208BF87EA}"/>
              </a:ext>
            </a:extLst>
          </p:cNvPr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>
            <a:extLst>
              <a:ext uri="{FF2B5EF4-FFF2-40B4-BE49-F238E27FC236}">
                <a16:creationId xmlns:a16="http://schemas.microsoft.com/office/drawing/2014/main" id="{9FF76804-6D64-E759-9F44-87A78AB50397}"/>
              </a:ext>
            </a:extLst>
          </p:cNvPr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>
            <a:extLst>
              <a:ext uri="{FF2B5EF4-FFF2-40B4-BE49-F238E27FC236}">
                <a16:creationId xmlns:a16="http://schemas.microsoft.com/office/drawing/2014/main" id="{0574467B-3D62-9C62-CE6D-9ACB5EB8D614}"/>
              </a:ext>
            </a:extLst>
          </p:cNvPr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>
            <a:extLst>
              <a:ext uri="{FF2B5EF4-FFF2-40B4-BE49-F238E27FC236}">
                <a16:creationId xmlns:a16="http://schemas.microsoft.com/office/drawing/2014/main" id="{521EC136-B292-F723-279F-6665892746E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>
            <a:extLst>
              <a:ext uri="{FF2B5EF4-FFF2-40B4-BE49-F238E27FC236}">
                <a16:creationId xmlns:a16="http://schemas.microsoft.com/office/drawing/2014/main" id="{4E702F53-BBEA-E59D-2E7A-9B6A44B265FD}"/>
              </a:ext>
            </a:extLst>
          </p:cNvPr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900" b="1" kern="0" spc="300" dirty="0">
                <a:solidFill>
                  <a:srgbClr val="FF6B1A"/>
                </a:solidFill>
                <a:latin typeface="Arial" pitchFamily="34" charset="0"/>
                <a:cs typeface="Arial" pitchFamily="34" charset="-120"/>
              </a:rPr>
              <a:t>NOVELTY MODULE</a:t>
            </a:r>
            <a:endParaRPr lang="en-US" sz="900" b="1" kern="0" spc="300" dirty="0">
              <a:solidFill>
                <a:srgbClr val="FF6B1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44" name="Text 242">
            <a:extLst>
              <a:ext uri="{FF2B5EF4-FFF2-40B4-BE49-F238E27FC236}">
                <a16:creationId xmlns:a16="http://schemas.microsoft.com/office/drawing/2014/main" id="{523FB17F-E43D-C433-8485-BA5C572D8ABD}"/>
              </a:ext>
            </a:extLst>
          </p:cNvPr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Impact" pitchFamily="34" charset="0"/>
              </a:rPr>
              <a:t>WHAT SETS THIS SYSTEM APART</a:t>
            </a:r>
          </a:p>
        </p:txBody>
      </p:sp>
      <p:sp>
        <p:nvSpPr>
          <p:cNvPr id="245" name="Shape 243">
            <a:extLst>
              <a:ext uri="{FF2B5EF4-FFF2-40B4-BE49-F238E27FC236}">
                <a16:creationId xmlns:a16="http://schemas.microsoft.com/office/drawing/2014/main" id="{AA15A7B3-100F-CF68-C068-70D48D006D64}"/>
              </a:ext>
            </a:extLst>
          </p:cNvPr>
          <p:cNvSpPr/>
          <p:nvPr/>
        </p:nvSpPr>
        <p:spPr>
          <a:xfrm>
            <a:off x="274320" y="1170432"/>
            <a:ext cx="4114800" cy="3291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6" name="Shape 244">
            <a:extLst>
              <a:ext uri="{FF2B5EF4-FFF2-40B4-BE49-F238E27FC236}">
                <a16:creationId xmlns:a16="http://schemas.microsoft.com/office/drawing/2014/main" id="{4666D5D5-B15A-16BD-08F3-7C9087FCCE65}"/>
              </a:ext>
            </a:extLst>
          </p:cNvPr>
          <p:cNvSpPr/>
          <p:nvPr/>
        </p:nvSpPr>
        <p:spPr>
          <a:xfrm>
            <a:off x="274320" y="1170432"/>
            <a:ext cx="4114800" cy="109728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7" name="Text 245">
            <a:extLst>
              <a:ext uri="{FF2B5EF4-FFF2-40B4-BE49-F238E27FC236}">
                <a16:creationId xmlns:a16="http://schemas.microsoft.com/office/drawing/2014/main" id="{DB80AD9E-D756-5B18-4A7E-56595F4C4021}"/>
              </a:ext>
            </a:extLst>
          </p:cNvPr>
          <p:cNvSpPr/>
          <p:nvPr/>
        </p:nvSpPr>
        <p:spPr>
          <a:xfrm>
            <a:off x="4114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>
                <a:solidFill>
                  <a:srgbClr val="FF6B1A"/>
                </a:solidFill>
                <a:latin typeface="Impact" pitchFamily="34" charset="0"/>
              </a:rPr>
              <a:t>OUTCOME-DRIVEN LEARNING</a:t>
            </a:r>
            <a:endParaRPr lang="en-US" sz="1600" dirty="0">
              <a:solidFill>
                <a:srgbClr val="FF6B1A"/>
              </a:solidFill>
              <a:latin typeface="Impact" pitchFamily="34" charset="0"/>
            </a:endParaRPr>
          </a:p>
        </p:txBody>
      </p:sp>
      <p:sp>
        <p:nvSpPr>
          <p:cNvPr id="248" name="Text 246">
            <a:extLst>
              <a:ext uri="{FF2B5EF4-FFF2-40B4-BE49-F238E27FC236}">
                <a16:creationId xmlns:a16="http://schemas.microsoft.com/office/drawing/2014/main" id="{64E47053-E80D-968D-741F-0575E8B2B7DB}"/>
              </a:ext>
            </a:extLst>
          </p:cNvPr>
          <p:cNvSpPr/>
          <p:nvPr/>
        </p:nvSpPr>
        <p:spPr>
          <a:xfrm>
            <a:off x="411480" y="18105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Models retrain using predicted vs actual outcome delta</a:t>
            </a:r>
          </a:p>
        </p:txBody>
      </p:sp>
      <p:sp>
        <p:nvSpPr>
          <p:cNvPr id="249" name="Text 247">
            <a:extLst>
              <a:ext uri="{FF2B5EF4-FFF2-40B4-BE49-F238E27FC236}">
                <a16:creationId xmlns:a16="http://schemas.microsoft.com/office/drawing/2014/main" id="{B4540F1F-63FF-6BA9-A54E-6AF22CC863FB}"/>
              </a:ext>
            </a:extLst>
          </p:cNvPr>
          <p:cNvSpPr/>
          <p:nvPr/>
        </p:nvSpPr>
        <p:spPr>
          <a:xfrm>
            <a:off x="411480" y="2340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▸  No static model — continuous post-deployment improvement</a:t>
            </a:r>
          </a:p>
        </p:txBody>
      </p:sp>
      <p:sp>
        <p:nvSpPr>
          <p:cNvPr id="250" name="Text 248">
            <a:extLst>
              <a:ext uri="{FF2B5EF4-FFF2-40B4-BE49-F238E27FC236}">
                <a16:creationId xmlns:a16="http://schemas.microsoft.com/office/drawing/2014/main" id="{F4CA40F3-FFC6-711E-FF0E-7C8CAF94B79B}"/>
              </a:ext>
            </a:extLst>
          </p:cNvPr>
          <p:cNvSpPr/>
          <p:nvPr/>
        </p:nvSpPr>
        <p:spPr>
          <a:xfrm>
            <a:off x="411480" y="2871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▸  Learning triggered automatically via feedback loop</a:t>
            </a:r>
          </a:p>
        </p:txBody>
      </p:sp>
      <p:sp>
        <p:nvSpPr>
          <p:cNvPr id="251" name="Text 249">
            <a:extLst>
              <a:ext uri="{FF2B5EF4-FFF2-40B4-BE49-F238E27FC236}">
                <a16:creationId xmlns:a16="http://schemas.microsoft.com/office/drawing/2014/main" id="{7FE398BD-7418-DB0F-3B0B-7A4CACCCFABA}"/>
              </a:ext>
            </a:extLst>
          </p:cNvPr>
          <p:cNvSpPr/>
          <p:nvPr/>
        </p:nvSpPr>
        <p:spPr>
          <a:xfrm>
            <a:off x="411480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▸ System performance improves with every incident</a:t>
            </a:r>
          </a:p>
        </p:txBody>
      </p:sp>
      <p:sp>
        <p:nvSpPr>
          <p:cNvPr id="259" name="Shape 250">
            <a:extLst>
              <a:ext uri="{FF2B5EF4-FFF2-40B4-BE49-F238E27FC236}">
                <a16:creationId xmlns:a16="http://schemas.microsoft.com/office/drawing/2014/main" id="{E0AF2449-DE92-2846-0826-D6FDCF817133}"/>
              </a:ext>
            </a:extLst>
          </p:cNvPr>
          <p:cNvSpPr/>
          <p:nvPr/>
        </p:nvSpPr>
        <p:spPr>
          <a:xfrm>
            <a:off x="4663440" y="1170432"/>
            <a:ext cx="4206240" cy="3291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0" name="Shape 251">
            <a:extLst>
              <a:ext uri="{FF2B5EF4-FFF2-40B4-BE49-F238E27FC236}">
                <a16:creationId xmlns:a16="http://schemas.microsoft.com/office/drawing/2014/main" id="{F29390F6-356A-D340-A83E-2EDB748204C0}"/>
              </a:ext>
            </a:extLst>
          </p:cNvPr>
          <p:cNvSpPr/>
          <p:nvPr/>
        </p:nvSpPr>
        <p:spPr>
          <a:xfrm>
            <a:off x="4663440" y="1170432"/>
            <a:ext cx="420624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1" name="Text 252">
            <a:extLst>
              <a:ext uri="{FF2B5EF4-FFF2-40B4-BE49-F238E27FC236}">
                <a16:creationId xmlns:a16="http://schemas.microsoft.com/office/drawing/2014/main" id="{68DC97B9-6A93-0395-9849-A9F4B933449E}"/>
              </a:ext>
            </a:extLst>
          </p:cNvPr>
          <p:cNvSpPr/>
          <p:nvPr/>
        </p:nvSpPr>
        <p:spPr>
          <a:xfrm>
            <a:off x="480060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>
                <a:solidFill>
                  <a:srgbClr val="00C2FF"/>
                </a:solidFill>
                <a:latin typeface="Impact" pitchFamily="34" charset="0"/>
              </a:rPr>
              <a:t>UNIFIED INTELLIGENCE SYSTEM</a:t>
            </a:r>
            <a:endParaRPr lang="en-US" sz="1600" dirty="0">
              <a:solidFill>
                <a:srgbClr val="00C2FF"/>
              </a:solidFill>
              <a:latin typeface="Impact" pitchFamily="34" charset="0"/>
            </a:endParaRPr>
          </a:p>
        </p:txBody>
      </p:sp>
      <p:sp>
        <p:nvSpPr>
          <p:cNvPr id="262" name="Text 253">
            <a:extLst>
              <a:ext uri="{FF2B5EF4-FFF2-40B4-BE49-F238E27FC236}">
                <a16:creationId xmlns:a16="http://schemas.microsoft.com/office/drawing/2014/main" id="{E568037B-A2F9-D261-0038-A1D5432D6F61}"/>
              </a:ext>
            </a:extLst>
          </p:cNvPr>
          <p:cNvSpPr/>
          <p:nvPr/>
        </p:nvSpPr>
        <p:spPr>
          <a:xfrm>
            <a:off x="4800600" y="1810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▸ Risk prediction, dispatch, and compliance operate in one pipeline</a:t>
            </a:r>
          </a:p>
        </p:txBody>
      </p:sp>
      <p:sp>
        <p:nvSpPr>
          <p:cNvPr id="263" name="Text 254">
            <a:extLst>
              <a:ext uri="{FF2B5EF4-FFF2-40B4-BE49-F238E27FC236}">
                <a16:creationId xmlns:a16="http://schemas.microsoft.com/office/drawing/2014/main" id="{11398186-5318-BD2A-0A20-36469858B72F}"/>
              </a:ext>
            </a:extLst>
          </p:cNvPr>
          <p:cNvSpPr/>
          <p:nvPr/>
        </p:nvSpPr>
        <p:spPr>
          <a:xfrm>
            <a:off x="4800600" y="2340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▸ Eliminates siloed decision-making across systems</a:t>
            </a:r>
          </a:p>
        </p:txBody>
      </p:sp>
      <p:sp>
        <p:nvSpPr>
          <p:cNvPr id="264" name="Text 255">
            <a:extLst>
              <a:ext uri="{FF2B5EF4-FFF2-40B4-BE49-F238E27FC236}">
                <a16:creationId xmlns:a16="http://schemas.microsoft.com/office/drawing/2014/main" id="{CD454671-3E2C-9AE8-ED9B-0A19D7B5587C}"/>
              </a:ext>
            </a:extLst>
          </p:cNvPr>
          <p:cNvSpPr/>
          <p:nvPr/>
        </p:nvSpPr>
        <p:spPr>
          <a:xfrm>
            <a:off x="4800600" y="28712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▸ Single source of truth for all operational decisions</a:t>
            </a:r>
          </a:p>
        </p:txBody>
      </p:sp>
      <p:sp>
        <p:nvSpPr>
          <p:cNvPr id="265" name="Text 256">
            <a:extLst>
              <a:ext uri="{FF2B5EF4-FFF2-40B4-BE49-F238E27FC236}">
                <a16:creationId xmlns:a16="http://schemas.microsoft.com/office/drawing/2014/main" id="{58FCEB1B-4460-4FBC-24EB-70392881938C}"/>
              </a:ext>
            </a:extLst>
          </p:cNvPr>
          <p:cNvSpPr/>
          <p:nvPr/>
        </p:nvSpPr>
        <p:spPr>
          <a:xfrm>
            <a:off x="4800600" y="3401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▸ </a:t>
            </a:r>
            <a:r>
              <a:rPr lang="en-IN" sz="10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Enables coordinated, system-wide optimization</a:t>
            </a:r>
            <a:endParaRPr lang="en-US" sz="100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2512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END-TO-END INTELLIGENT PIPELINE</a:t>
            </a:r>
            <a:endParaRPr lang="en-US" sz="3000" dirty="0"/>
          </a:p>
        </p:txBody>
      </p:sp>
      <p:sp>
        <p:nvSpPr>
          <p:cNvPr id="245" name="Shape 243"/>
          <p:cNvSpPr/>
          <p:nvPr/>
        </p:nvSpPr>
        <p:spPr>
          <a:xfrm>
            <a:off x="201168" y="1170432"/>
            <a:ext cx="1554480" cy="2286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201168" y="1170432"/>
            <a:ext cx="1554480" cy="109728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27432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248" name="Text 246"/>
          <p:cNvSpPr/>
          <p:nvPr/>
        </p:nvSpPr>
        <p:spPr>
          <a:xfrm>
            <a:off x="274320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· Calls · Violations · Inspections · Permits</a:t>
            </a:r>
            <a:endParaRPr lang="en-US" sz="900" dirty="0"/>
          </a:p>
        </p:txBody>
      </p:sp>
      <p:sp>
        <p:nvSpPr>
          <p:cNvPr id="249" name="Text 247"/>
          <p:cNvSpPr/>
          <p:nvPr/>
        </p:nvSpPr>
        <p:spPr>
          <a:xfrm>
            <a:off x="1773936" y="1920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1400" dirty="0"/>
          </a:p>
        </p:txBody>
      </p:sp>
      <p:sp>
        <p:nvSpPr>
          <p:cNvPr id="250" name="Shape 248"/>
          <p:cNvSpPr/>
          <p:nvPr/>
        </p:nvSpPr>
        <p:spPr>
          <a:xfrm>
            <a:off x="1984248" y="1170432"/>
            <a:ext cx="1554480" cy="2286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1" name="Shape 249"/>
          <p:cNvSpPr/>
          <p:nvPr/>
        </p:nvSpPr>
        <p:spPr>
          <a:xfrm>
            <a:off x="1984248" y="1170432"/>
            <a:ext cx="1554480" cy="10972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205740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DATABRICKS LAKE</a:t>
            </a:r>
            <a:endParaRPr lang="en-US" sz="1100" dirty="0"/>
          </a:p>
        </p:txBody>
      </p:sp>
      <p:sp>
        <p:nvSpPr>
          <p:cNvPr id="253" name="Text 251"/>
          <p:cNvSpPr/>
          <p:nvPr/>
        </p:nvSpPr>
        <p:spPr>
          <a:xfrm>
            <a:off x="2057400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→ Silver → Gold Delta Tables</a:t>
            </a:r>
            <a:endParaRPr lang="en-US" sz="900" dirty="0"/>
          </a:p>
        </p:txBody>
      </p:sp>
      <p:sp>
        <p:nvSpPr>
          <p:cNvPr id="254" name="Text 252"/>
          <p:cNvSpPr/>
          <p:nvPr/>
        </p:nvSpPr>
        <p:spPr>
          <a:xfrm>
            <a:off x="3557016" y="1920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1400" dirty="0"/>
          </a:p>
        </p:txBody>
      </p:sp>
      <p:sp>
        <p:nvSpPr>
          <p:cNvPr id="255" name="Shape 253"/>
          <p:cNvSpPr/>
          <p:nvPr/>
        </p:nvSpPr>
        <p:spPr>
          <a:xfrm>
            <a:off x="3767328" y="1170432"/>
            <a:ext cx="1508760" cy="2286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6" name="Shape 254"/>
          <p:cNvSpPr/>
          <p:nvPr/>
        </p:nvSpPr>
        <p:spPr>
          <a:xfrm>
            <a:off x="3767328" y="1170432"/>
            <a:ext cx="150876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384048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RISK ENGINE</a:t>
            </a:r>
            <a:endParaRPr lang="en-US" sz="1100" dirty="0"/>
          </a:p>
        </p:txBody>
      </p:sp>
      <p:sp>
        <p:nvSpPr>
          <p:cNvPr id="258" name="Text 256"/>
          <p:cNvSpPr/>
          <p:nvPr/>
        </p:nvSpPr>
        <p:spPr>
          <a:xfrm>
            <a:off x="384048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+ Geo-Spatial scoring</a:t>
            </a:r>
            <a:endParaRPr lang="en-US" sz="900" dirty="0"/>
          </a:p>
        </p:txBody>
      </p:sp>
      <p:sp>
        <p:nvSpPr>
          <p:cNvPr id="259" name="Text 257"/>
          <p:cNvSpPr/>
          <p:nvPr/>
        </p:nvSpPr>
        <p:spPr>
          <a:xfrm>
            <a:off x="5294376" y="1920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1400" dirty="0"/>
          </a:p>
        </p:txBody>
      </p:sp>
      <p:sp>
        <p:nvSpPr>
          <p:cNvPr id="260" name="Shape 258"/>
          <p:cNvSpPr/>
          <p:nvPr/>
        </p:nvSpPr>
        <p:spPr>
          <a:xfrm>
            <a:off x="5504688" y="1170432"/>
            <a:ext cx="1508760" cy="2286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1" name="Shape 259"/>
          <p:cNvSpPr/>
          <p:nvPr/>
        </p:nvSpPr>
        <p:spPr>
          <a:xfrm>
            <a:off x="5504688" y="1170432"/>
            <a:ext cx="1508760" cy="109728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557784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FFD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DISPATCH ENGINE</a:t>
            </a:r>
            <a:endParaRPr lang="en-US" sz="1100" dirty="0"/>
          </a:p>
        </p:txBody>
      </p:sp>
      <p:sp>
        <p:nvSpPr>
          <p:cNvPr id="263" name="Text 261"/>
          <p:cNvSpPr/>
          <p:nvPr/>
        </p:nvSpPr>
        <p:spPr>
          <a:xfrm>
            <a:off x="55778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+ Nearest-unit optimization</a:t>
            </a:r>
            <a:endParaRPr lang="en-US" sz="900" dirty="0"/>
          </a:p>
        </p:txBody>
      </p:sp>
      <p:sp>
        <p:nvSpPr>
          <p:cNvPr id="264" name="Text 262"/>
          <p:cNvSpPr/>
          <p:nvPr/>
        </p:nvSpPr>
        <p:spPr>
          <a:xfrm>
            <a:off x="7031736" y="19202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→</a:t>
            </a:r>
            <a:endParaRPr lang="en-US" sz="1400" dirty="0"/>
          </a:p>
        </p:txBody>
      </p:sp>
      <p:sp>
        <p:nvSpPr>
          <p:cNvPr id="265" name="Shape 263"/>
          <p:cNvSpPr/>
          <p:nvPr/>
        </p:nvSpPr>
        <p:spPr>
          <a:xfrm>
            <a:off x="7242048" y="1170432"/>
            <a:ext cx="1508760" cy="2286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6" name="Shape 264"/>
          <p:cNvSpPr/>
          <p:nvPr/>
        </p:nvSpPr>
        <p:spPr>
          <a:xfrm>
            <a:off x="7242048" y="1170432"/>
            <a:ext cx="150876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731520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FEEDBACK LOOP</a:t>
            </a:r>
            <a:endParaRPr lang="en-US" sz="1100" dirty="0"/>
          </a:p>
        </p:txBody>
      </p:sp>
      <p:sp>
        <p:nvSpPr>
          <p:cNvPr id="268" name="Text 266"/>
          <p:cNvSpPr/>
          <p:nvPr/>
        </p:nvSpPr>
        <p:spPr>
          <a:xfrm>
            <a:off x="731520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delta retraining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201168" y="3657600"/>
            <a:ext cx="8741664" cy="658368"/>
          </a:xfrm>
          <a:prstGeom prst="rect">
            <a:avLst/>
          </a:prstGeom>
          <a:solidFill>
            <a:srgbClr val="0D1A26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0" name="Shape 268"/>
          <p:cNvSpPr/>
          <p:nvPr/>
        </p:nvSpPr>
        <p:spPr>
          <a:xfrm>
            <a:off x="201168" y="3657600"/>
            <a:ext cx="73152" cy="65836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384048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DASHBOARD  &amp;  DECISION LAYER</a:t>
            </a:r>
            <a:endParaRPr lang="en-US" sz="1300" dirty="0"/>
          </a:p>
        </p:txBody>
      </p:sp>
      <p:sp>
        <p:nvSpPr>
          <p:cNvPr id="272" name="Text 270"/>
          <p:cNvSpPr/>
          <p:nvPr/>
        </p:nvSpPr>
        <p:spPr>
          <a:xfrm>
            <a:off x="384048" y="404164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heatmaps  ·  Dispatch KPIs  ·  Compliance alerts  ·  Executive summaries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FIVE PRODUCTION-GRADE MODULES</a:t>
            </a:r>
            <a:endParaRPr lang="en-US" sz="3200" dirty="0"/>
          </a:p>
        </p:txBody>
      </p:sp>
      <p:sp>
        <p:nvSpPr>
          <p:cNvPr id="245" name="Shape 243"/>
          <p:cNvSpPr/>
          <p:nvPr/>
        </p:nvSpPr>
        <p:spPr>
          <a:xfrm>
            <a:off x="274320" y="1207008"/>
            <a:ext cx="41148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274320" y="1207008"/>
            <a:ext cx="73152" cy="10058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38912" y="1298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000" dirty="0"/>
          </a:p>
        </p:txBody>
      </p:sp>
      <p:sp>
        <p:nvSpPr>
          <p:cNvPr id="248" name="Text 246"/>
          <p:cNvSpPr/>
          <p:nvPr/>
        </p:nvSpPr>
        <p:spPr>
          <a:xfrm>
            <a:off x="438912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RISK PREDICTION</a:t>
            </a:r>
            <a:endParaRPr lang="en-US" sz="1300" dirty="0"/>
          </a:p>
        </p:txBody>
      </p:sp>
      <p:sp>
        <p:nvSpPr>
          <p:cNvPr id="249" name="Text 247"/>
          <p:cNvSpPr/>
          <p:nvPr/>
        </p:nvSpPr>
        <p:spPr>
          <a:xfrm>
            <a:off x="438912" y="1773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model scores every address daily. Geo-spatial clustering identifies high-risk zones and emerging hotspots.</a:t>
            </a:r>
            <a:endParaRPr lang="en-US" sz="900" dirty="0"/>
          </a:p>
        </p:txBody>
      </p:sp>
      <p:sp>
        <p:nvSpPr>
          <p:cNvPr id="250" name="Shape 248"/>
          <p:cNvSpPr/>
          <p:nvPr/>
        </p:nvSpPr>
        <p:spPr>
          <a:xfrm>
            <a:off x="274320" y="2377440"/>
            <a:ext cx="41148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1" name="Shape 249"/>
          <p:cNvSpPr/>
          <p:nvPr/>
        </p:nvSpPr>
        <p:spPr>
          <a:xfrm>
            <a:off x="274320" y="2377440"/>
            <a:ext cx="73152" cy="100584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438912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000" dirty="0"/>
          </a:p>
        </p:txBody>
      </p:sp>
      <p:sp>
        <p:nvSpPr>
          <p:cNvPr id="253" name="Text 251"/>
          <p:cNvSpPr/>
          <p:nvPr/>
        </p:nvSpPr>
        <p:spPr>
          <a:xfrm>
            <a:off x="438912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DISPATCH OPTIMIZATION</a:t>
            </a:r>
            <a:endParaRPr lang="en-US" sz="1300" dirty="0"/>
          </a:p>
        </p:txBody>
      </p:sp>
      <p:sp>
        <p:nvSpPr>
          <p:cNvPr id="254" name="Text 252"/>
          <p:cNvSpPr/>
          <p:nvPr/>
        </p:nvSpPr>
        <p:spPr>
          <a:xfrm>
            <a:off x="438912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programming allocates nearest available units. Real-time routing adjusts for concurrent active incidents.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274320" y="3547872"/>
            <a:ext cx="41148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6" name="Shape 254"/>
          <p:cNvSpPr/>
          <p:nvPr/>
        </p:nvSpPr>
        <p:spPr>
          <a:xfrm>
            <a:off x="274320" y="3547872"/>
            <a:ext cx="73152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38912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55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000" dirty="0"/>
          </a:p>
        </p:txBody>
      </p:sp>
      <p:sp>
        <p:nvSpPr>
          <p:cNvPr id="258" name="Text 256"/>
          <p:cNvSpPr/>
          <p:nvPr/>
        </p:nvSpPr>
        <p:spPr>
          <a:xfrm>
            <a:off x="438912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FEEDBACK LOOP ENGINE</a:t>
            </a:r>
            <a:endParaRPr lang="en-US" sz="1300" dirty="0"/>
          </a:p>
        </p:txBody>
      </p:sp>
      <p:sp>
        <p:nvSpPr>
          <p:cNvPr id="259" name="Text 257"/>
          <p:cNvSpPr/>
          <p:nvPr/>
        </p:nvSpPr>
        <p:spPr>
          <a:xfrm>
            <a:off x="438912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predicted severity vs. actual outcome. Triggers daily model retraining with delta-weighted samples.</a:t>
            </a:r>
            <a:endParaRPr lang="en-US" sz="900" dirty="0"/>
          </a:p>
        </p:txBody>
      </p:sp>
      <p:sp>
        <p:nvSpPr>
          <p:cNvPr id="260" name="Shape 258"/>
          <p:cNvSpPr/>
          <p:nvPr/>
        </p:nvSpPr>
        <p:spPr>
          <a:xfrm>
            <a:off x="4663440" y="1207008"/>
            <a:ext cx="41148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1" name="Shape 259"/>
          <p:cNvSpPr/>
          <p:nvPr/>
        </p:nvSpPr>
        <p:spPr>
          <a:xfrm>
            <a:off x="4663440" y="1207008"/>
            <a:ext cx="73152" cy="1005840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4828032" y="1298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FFD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000" dirty="0"/>
          </a:p>
        </p:txBody>
      </p:sp>
      <p:sp>
        <p:nvSpPr>
          <p:cNvPr id="263" name="Text 261"/>
          <p:cNvSpPr/>
          <p:nvPr/>
        </p:nvSpPr>
        <p:spPr>
          <a:xfrm>
            <a:off x="4828032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COMPLIANCE INTELLIGENCE</a:t>
            </a:r>
            <a:endParaRPr lang="en-US" sz="1300" dirty="0"/>
          </a:p>
        </p:txBody>
      </p:sp>
      <p:sp>
        <p:nvSpPr>
          <p:cNvPr id="264" name="Text 262"/>
          <p:cNvSpPr/>
          <p:nvPr/>
        </p:nvSpPr>
        <p:spPr>
          <a:xfrm>
            <a:off x="4828032" y="1773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Auto-links violation history to risk scores. Flags properties with open critical violations for priority inspection.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4663440" y="2377440"/>
            <a:ext cx="4114800" cy="1005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6" name="Shape 264"/>
          <p:cNvSpPr/>
          <p:nvPr/>
        </p:nvSpPr>
        <p:spPr>
          <a:xfrm>
            <a:off x="4663440" y="237744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4828032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000" dirty="0"/>
          </a:p>
        </p:txBody>
      </p:sp>
      <p:sp>
        <p:nvSpPr>
          <p:cNvPr id="268" name="Text 266"/>
          <p:cNvSpPr/>
          <p:nvPr/>
        </p:nvSpPr>
        <p:spPr>
          <a:xfrm>
            <a:off x="4828032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OPERATIONS DASHBOARD</a:t>
            </a:r>
            <a:endParaRPr lang="en-US" sz="1300" dirty="0"/>
          </a:p>
        </p:txBody>
      </p:sp>
      <p:sp>
        <p:nvSpPr>
          <p:cNvPr id="269" name="Text 267"/>
          <p:cNvSpPr/>
          <p:nvPr/>
        </p:nvSpPr>
        <p:spPr>
          <a:xfrm>
            <a:off x="4828032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heatmaps, dispatch SLA tracking, compliance queues, and executive-ready KPI panels.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FULL LIFECYCLE AUTOMATION</a:t>
            </a:r>
            <a:endParaRPr lang="en-US" sz="3200" dirty="0"/>
          </a:p>
        </p:txBody>
      </p:sp>
      <p:sp>
        <p:nvSpPr>
          <p:cNvPr id="245" name="Shape 243"/>
          <p:cNvSpPr/>
          <p:nvPr/>
        </p:nvSpPr>
        <p:spPr>
          <a:xfrm>
            <a:off x="201168" y="1280160"/>
            <a:ext cx="1078992" cy="2194560"/>
          </a:xfrm>
          <a:prstGeom prst="rect">
            <a:avLst/>
          </a:prstGeom>
          <a:solidFill>
            <a:srgbClr val="0D111A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201168" y="1280160"/>
            <a:ext cx="1078992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256032" y="14630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RAW</a:t>
            </a:r>
            <a:endParaRPr lang="en-US" sz="1300" dirty="0"/>
          </a:p>
        </p:txBody>
      </p:sp>
      <p:sp>
        <p:nvSpPr>
          <p:cNvPr id="248" name="Text 246"/>
          <p:cNvSpPr/>
          <p:nvPr/>
        </p:nvSpPr>
        <p:spPr>
          <a:xfrm>
            <a:off x="256032" y="192024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Socrata sources ingested via API</a:t>
            </a:r>
            <a:endParaRPr lang="en-US" sz="850" dirty="0"/>
          </a:p>
        </p:txBody>
      </p:sp>
      <p:sp>
        <p:nvSpPr>
          <p:cNvPr id="249" name="Text 247"/>
          <p:cNvSpPr/>
          <p:nvPr/>
        </p:nvSpPr>
        <p:spPr>
          <a:xfrm>
            <a:off x="1280160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›</a:t>
            </a:r>
            <a:endParaRPr lang="en-US" sz="1600" dirty="0"/>
          </a:p>
        </p:txBody>
      </p:sp>
      <p:sp>
        <p:nvSpPr>
          <p:cNvPr id="250" name="Shape 248"/>
          <p:cNvSpPr/>
          <p:nvPr/>
        </p:nvSpPr>
        <p:spPr>
          <a:xfrm>
            <a:off x="1463040" y="1280160"/>
            <a:ext cx="1078992" cy="2194560"/>
          </a:xfrm>
          <a:prstGeom prst="rect">
            <a:avLst/>
          </a:prstGeom>
          <a:solidFill>
            <a:srgbClr val="0D111A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1" name="Shape 249"/>
          <p:cNvSpPr/>
          <p:nvPr/>
        </p:nvSpPr>
        <p:spPr>
          <a:xfrm>
            <a:off x="1463040" y="1280160"/>
            <a:ext cx="1078992" cy="109728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1517904" y="14630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BRONZE</a:t>
            </a:r>
            <a:endParaRPr lang="en-US" sz="1300" dirty="0"/>
          </a:p>
        </p:txBody>
      </p:sp>
      <p:sp>
        <p:nvSpPr>
          <p:cNvPr id="253" name="Text 251"/>
          <p:cNvSpPr/>
          <p:nvPr/>
        </p:nvSpPr>
        <p:spPr>
          <a:xfrm>
            <a:off x="1517904" y="192024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enforcement + dedup</a:t>
            </a:r>
            <a:endParaRPr lang="en-US" sz="850" dirty="0"/>
          </a:p>
        </p:txBody>
      </p:sp>
      <p:sp>
        <p:nvSpPr>
          <p:cNvPr id="254" name="Text 252"/>
          <p:cNvSpPr/>
          <p:nvPr/>
        </p:nvSpPr>
        <p:spPr>
          <a:xfrm>
            <a:off x="2542032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›</a:t>
            </a:r>
            <a:endParaRPr lang="en-US" sz="1600" dirty="0"/>
          </a:p>
        </p:txBody>
      </p:sp>
      <p:sp>
        <p:nvSpPr>
          <p:cNvPr id="255" name="Shape 253"/>
          <p:cNvSpPr/>
          <p:nvPr/>
        </p:nvSpPr>
        <p:spPr>
          <a:xfrm>
            <a:off x="2724912" y="1280160"/>
            <a:ext cx="1078992" cy="2194560"/>
          </a:xfrm>
          <a:prstGeom prst="rect">
            <a:avLst/>
          </a:prstGeom>
          <a:solidFill>
            <a:srgbClr val="0D111A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6" name="Shape 254"/>
          <p:cNvSpPr/>
          <p:nvPr/>
        </p:nvSpPr>
        <p:spPr>
          <a:xfrm>
            <a:off x="2724912" y="1280160"/>
            <a:ext cx="1078992" cy="10972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2779776" y="14630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SILVER</a:t>
            </a:r>
            <a:endParaRPr lang="en-US" sz="1300" dirty="0"/>
          </a:p>
        </p:txBody>
      </p:sp>
      <p:sp>
        <p:nvSpPr>
          <p:cNvPr id="258" name="Text 256"/>
          <p:cNvSpPr/>
          <p:nvPr/>
        </p:nvSpPr>
        <p:spPr>
          <a:xfrm>
            <a:off x="2779776" y="192024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Joins, normalisation, geo-encoding</a:t>
            </a:r>
            <a:endParaRPr lang="en-US" sz="850" dirty="0"/>
          </a:p>
        </p:txBody>
      </p:sp>
      <p:sp>
        <p:nvSpPr>
          <p:cNvPr id="259" name="Text 257"/>
          <p:cNvSpPr/>
          <p:nvPr/>
        </p:nvSpPr>
        <p:spPr>
          <a:xfrm>
            <a:off x="3803904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›</a:t>
            </a:r>
            <a:endParaRPr lang="en-US" sz="1600" dirty="0"/>
          </a:p>
        </p:txBody>
      </p:sp>
      <p:sp>
        <p:nvSpPr>
          <p:cNvPr id="260" name="Shape 258"/>
          <p:cNvSpPr/>
          <p:nvPr/>
        </p:nvSpPr>
        <p:spPr>
          <a:xfrm>
            <a:off x="3986784" y="1280160"/>
            <a:ext cx="1078992" cy="21945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1" name="Shape 259"/>
          <p:cNvSpPr/>
          <p:nvPr/>
        </p:nvSpPr>
        <p:spPr>
          <a:xfrm>
            <a:off x="3986784" y="1280160"/>
            <a:ext cx="1078992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4041648" y="14630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55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GOLD</a:t>
            </a:r>
            <a:endParaRPr lang="en-US" sz="1300" dirty="0"/>
          </a:p>
        </p:txBody>
      </p:sp>
      <p:sp>
        <p:nvSpPr>
          <p:cNvPr id="263" name="Text 261"/>
          <p:cNvSpPr/>
          <p:nvPr/>
        </p:nvSpPr>
        <p:spPr>
          <a:xfrm>
            <a:off x="4041648" y="192024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Delta tables — query-optimised</a:t>
            </a:r>
            <a:endParaRPr lang="en-US" sz="850" dirty="0"/>
          </a:p>
        </p:txBody>
      </p:sp>
      <p:sp>
        <p:nvSpPr>
          <p:cNvPr id="264" name="Text 262"/>
          <p:cNvSpPr/>
          <p:nvPr/>
        </p:nvSpPr>
        <p:spPr>
          <a:xfrm>
            <a:off x="5065776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›</a:t>
            </a:r>
            <a:endParaRPr lang="en-US" sz="1600" dirty="0"/>
          </a:p>
        </p:txBody>
      </p:sp>
      <p:sp>
        <p:nvSpPr>
          <p:cNvPr id="265" name="Shape 263"/>
          <p:cNvSpPr/>
          <p:nvPr/>
        </p:nvSpPr>
        <p:spPr>
          <a:xfrm>
            <a:off x="5248656" y="1280160"/>
            <a:ext cx="1078992" cy="21945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6" name="Shape 264"/>
          <p:cNvSpPr/>
          <p:nvPr/>
        </p:nvSpPr>
        <p:spPr>
          <a:xfrm>
            <a:off x="5248656" y="1280160"/>
            <a:ext cx="1078992" cy="109728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303520" y="14630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FFD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SCORE</a:t>
            </a:r>
            <a:endParaRPr lang="en-US" sz="1300" dirty="0"/>
          </a:p>
        </p:txBody>
      </p:sp>
      <p:sp>
        <p:nvSpPr>
          <p:cNvPr id="268" name="Text 266"/>
          <p:cNvSpPr/>
          <p:nvPr/>
        </p:nvSpPr>
        <p:spPr>
          <a:xfrm>
            <a:off x="5303520" y="192024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+ dispatch inference served</a:t>
            </a:r>
            <a:endParaRPr lang="en-US" sz="850" dirty="0"/>
          </a:p>
        </p:txBody>
      </p:sp>
      <p:sp>
        <p:nvSpPr>
          <p:cNvPr id="269" name="Text 267"/>
          <p:cNvSpPr/>
          <p:nvPr/>
        </p:nvSpPr>
        <p:spPr>
          <a:xfrm>
            <a:off x="6327648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›</a:t>
            </a:r>
            <a:endParaRPr lang="en-US" sz="1600" dirty="0"/>
          </a:p>
        </p:txBody>
      </p:sp>
      <p:sp>
        <p:nvSpPr>
          <p:cNvPr id="270" name="Shape 268"/>
          <p:cNvSpPr/>
          <p:nvPr/>
        </p:nvSpPr>
        <p:spPr>
          <a:xfrm>
            <a:off x="6510528" y="1280160"/>
            <a:ext cx="1078992" cy="21945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1" name="Shape 269"/>
          <p:cNvSpPr/>
          <p:nvPr/>
        </p:nvSpPr>
        <p:spPr>
          <a:xfrm>
            <a:off x="6510528" y="1280160"/>
            <a:ext cx="1078992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6565392" y="14630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OUTCOME</a:t>
            </a:r>
            <a:endParaRPr lang="en-US" sz="1300" dirty="0"/>
          </a:p>
        </p:txBody>
      </p:sp>
      <p:sp>
        <p:nvSpPr>
          <p:cNvPr id="273" name="Text 271"/>
          <p:cNvSpPr/>
          <p:nvPr/>
        </p:nvSpPr>
        <p:spPr>
          <a:xfrm>
            <a:off x="6565392" y="192024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incident data captured</a:t>
            </a:r>
            <a:endParaRPr lang="en-US" sz="850" dirty="0"/>
          </a:p>
        </p:txBody>
      </p:sp>
      <p:sp>
        <p:nvSpPr>
          <p:cNvPr id="274" name="Text 272"/>
          <p:cNvSpPr/>
          <p:nvPr/>
        </p:nvSpPr>
        <p:spPr>
          <a:xfrm>
            <a:off x="7589520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›</a:t>
            </a:r>
            <a:endParaRPr lang="en-US" sz="1600" dirty="0"/>
          </a:p>
        </p:txBody>
      </p:sp>
      <p:sp>
        <p:nvSpPr>
          <p:cNvPr id="275" name="Shape 273"/>
          <p:cNvSpPr/>
          <p:nvPr/>
        </p:nvSpPr>
        <p:spPr>
          <a:xfrm>
            <a:off x="7772400" y="1280160"/>
            <a:ext cx="1078992" cy="21945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6" name="Shape 274"/>
          <p:cNvSpPr/>
          <p:nvPr/>
        </p:nvSpPr>
        <p:spPr>
          <a:xfrm>
            <a:off x="7772400" y="1280160"/>
            <a:ext cx="1078992" cy="109728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7827264" y="14630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RETRAIN</a:t>
            </a:r>
            <a:endParaRPr lang="en-US" sz="1300" dirty="0"/>
          </a:p>
        </p:txBody>
      </p:sp>
      <p:sp>
        <p:nvSpPr>
          <p:cNvPr id="278" name="Text 276"/>
          <p:cNvSpPr/>
          <p:nvPr/>
        </p:nvSpPr>
        <p:spPr>
          <a:xfrm>
            <a:off x="7827264" y="192024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MLflow pipeline daily</a:t>
            </a:r>
            <a:endParaRPr lang="en-US" sz="850" dirty="0"/>
          </a:p>
        </p:txBody>
      </p:sp>
      <p:sp>
        <p:nvSpPr>
          <p:cNvPr id="279" name="Shape 277"/>
          <p:cNvSpPr/>
          <p:nvPr/>
        </p:nvSpPr>
        <p:spPr>
          <a:xfrm>
            <a:off x="201168" y="3703320"/>
            <a:ext cx="8741664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FULLY AUTOMATED  ·  DATABRICKS WORKFLOWS  ·  DELTA LAKE ACID TRANSACTIONS  ·  AUTO-SCALING CLUSTERS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· GOLD LAYER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PRODUCTION-GRADE DELTA TABLE DESIGN</a:t>
            </a:r>
            <a:endParaRPr lang="en-US" sz="3000" dirty="0"/>
          </a:p>
        </p:txBody>
      </p:sp>
      <p:sp>
        <p:nvSpPr>
          <p:cNvPr id="245" name="Shape 243"/>
          <p:cNvSpPr/>
          <p:nvPr/>
        </p:nvSpPr>
        <p:spPr>
          <a:xfrm>
            <a:off x="274320" y="1170432"/>
            <a:ext cx="85953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274320" y="1170432"/>
            <a:ext cx="73152" cy="62179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502920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gold_incidents</a:t>
            </a:r>
            <a:endParaRPr lang="en-US" sz="1200" dirty="0"/>
          </a:p>
        </p:txBody>
      </p:sp>
      <p:sp>
        <p:nvSpPr>
          <p:cNvPr id="248" name="Text 246"/>
          <p:cNvSpPr/>
          <p:nvPr/>
        </p:nvSpPr>
        <p:spPr>
          <a:xfrm>
            <a:off x="2971800" y="12252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incident_id, date, district, type, response_time, property_loss</a:t>
            </a:r>
            <a:endParaRPr lang="en-US" sz="950" dirty="0"/>
          </a:p>
        </p:txBody>
      </p:sp>
      <p:sp>
        <p:nvSpPr>
          <p:cNvPr id="249" name="Shape 247"/>
          <p:cNvSpPr/>
          <p:nvPr/>
        </p:nvSpPr>
        <p:spPr>
          <a:xfrm>
            <a:off x="2880360" y="1261872"/>
            <a:ext cx="18288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274320" y="1901952"/>
            <a:ext cx="85953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1" name="Shape 249"/>
          <p:cNvSpPr/>
          <p:nvPr/>
        </p:nvSpPr>
        <p:spPr>
          <a:xfrm>
            <a:off x="274320" y="1901952"/>
            <a:ext cx="73152" cy="62179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502920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gold_risk_scores</a:t>
            </a:r>
            <a:endParaRPr lang="en-US" sz="1200" dirty="0"/>
          </a:p>
        </p:txBody>
      </p:sp>
      <p:sp>
        <p:nvSpPr>
          <p:cNvPr id="253" name="Text 251"/>
          <p:cNvSpPr/>
          <p:nvPr/>
        </p:nvSpPr>
        <p:spPr>
          <a:xfrm>
            <a:off x="2971800" y="19568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address, risk_score, risk_tier, last_updated, contributing_factors</a:t>
            </a:r>
            <a:endParaRPr lang="en-US" sz="950" dirty="0"/>
          </a:p>
        </p:txBody>
      </p:sp>
      <p:sp>
        <p:nvSpPr>
          <p:cNvPr id="254" name="Shape 252"/>
          <p:cNvSpPr/>
          <p:nvPr/>
        </p:nvSpPr>
        <p:spPr>
          <a:xfrm>
            <a:off x="2880360" y="1993392"/>
            <a:ext cx="18288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274320" y="2633472"/>
            <a:ext cx="85953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6" name="Shape 254"/>
          <p:cNvSpPr/>
          <p:nvPr/>
        </p:nvSpPr>
        <p:spPr>
          <a:xfrm>
            <a:off x="274320" y="2633472"/>
            <a:ext cx="73152" cy="6217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502920" y="26883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gold_dispatch_ops</a:t>
            </a:r>
            <a:endParaRPr lang="en-US" sz="1200" dirty="0"/>
          </a:p>
        </p:txBody>
      </p:sp>
      <p:sp>
        <p:nvSpPr>
          <p:cNvPr id="258" name="Text 256"/>
          <p:cNvSpPr/>
          <p:nvPr/>
        </p:nvSpPr>
        <p:spPr>
          <a:xfrm>
            <a:off x="2971800" y="268833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call_id, unit_id, dispatch_time, travel_time, distance_km, SLA_met</a:t>
            </a:r>
            <a:endParaRPr lang="en-US" sz="950" dirty="0"/>
          </a:p>
        </p:txBody>
      </p:sp>
      <p:sp>
        <p:nvSpPr>
          <p:cNvPr id="259" name="Shape 257"/>
          <p:cNvSpPr/>
          <p:nvPr/>
        </p:nvSpPr>
        <p:spPr>
          <a:xfrm>
            <a:off x="2880360" y="2724912"/>
            <a:ext cx="18288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74320" y="3364992"/>
            <a:ext cx="85953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1" name="Shape 259"/>
          <p:cNvSpPr/>
          <p:nvPr/>
        </p:nvSpPr>
        <p:spPr>
          <a:xfrm>
            <a:off x="274320" y="3364992"/>
            <a:ext cx="73152" cy="621792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502920" y="3419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FF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gold_outcomes</a:t>
            </a:r>
            <a:endParaRPr lang="en-US" sz="1200" dirty="0"/>
          </a:p>
        </p:txBody>
      </p:sp>
      <p:sp>
        <p:nvSpPr>
          <p:cNvPr id="263" name="Text 261"/>
          <p:cNvSpPr/>
          <p:nvPr/>
        </p:nvSpPr>
        <p:spPr>
          <a:xfrm>
            <a:off x="2971800" y="34198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incident_id, predicted_severity, actual_severity, delta, retrain_flag</a:t>
            </a:r>
            <a:endParaRPr lang="en-US" sz="950" dirty="0"/>
          </a:p>
        </p:txBody>
      </p:sp>
      <p:sp>
        <p:nvSpPr>
          <p:cNvPr id="264" name="Shape 262"/>
          <p:cNvSpPr/>
          <p:nvPr/>
        </p:nvSpPr>
        <p:spPr>
          <a:xfrm>
            <a:off x="2880360" y="3456432"/>
            <a:ext cx="18288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274320" y="4096512"/>
            <a:ext cx="859536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6" name="Shape 264"/>
          <p:cNvSpPr/>
          <p:nvPr/>
        </p:nvSpPr>
        <p:spPr>
          <a:xfrm>
            <a:off x="274320" y="4096512"/>
            <a:ext cx="73152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02920" y="4151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gold_compliance</a:t>
            </a:r>
            <a:endParaRPr lang="en-US" sz="1200" dirty="0"/>
          </a:p>
        </p:txBody>
      </p:sp>
      <p:sp>
        <p:nvSpPr>
          <p:cNvPr id="268" name="Text 266"/>
          <p:cNvSpPr/>
          <p:nvPr/>
        </p:nvSpPr>
        <p:spPr>
          <a:xfrm>
            <a:off x="2971800" y="415137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address, open_violations, severity_score, last_inspection, risk_link</a:t>
            </a:r>
            <a:endParaRPr lang="en-US" sz="950" dirty="0"/>
          </a:p>
        </p:txBody>
      </p:sp>
      <p:sp>
        <p:nvSpPr>
          <p:cNvPr id="269" name="Shape 267"/>
          <p:cNvSpPr/>
          <p:nvPr/>
        </p:nvSpPr>
        <p:spPr>
          <a:xfrm>
            <a:off x="2880360" y="4187952"/>
            <a:ext cx="18288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Z-ORDER clustering on address + date  ·  Partitioned by district  ·  Auto-VACUUM every 7 days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LAYER · RISK &amp; DISPATCH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WHERE DATA BECOMES DECISIONS</a:t>
            </a:r>
            <a:endParaRPr lang="en-US" sz="3200" dirty="0"/>
          </a:p>
        </p:txBody>
      </p:sp>
      <p:sp>
        <p:nvSpPr>
          <p:cNvPr id="245" name="Shape 243"/>
          <p:cNvSpPr/>
          <p:nvPr/>
        </p:nvSpPr>
        <p:spPr>
          <a:xfrm>
            <a:off x="274320" y="1170432"/>
            <a:ext cx="4114800" cy="3291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274320" y="1170432"/>
            <a:ext cx="4114800" cy="109728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114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RISK PREDICTION</a:t>
            </a:r>
            <a:endParaRPr lang="en-US" sz="1600" dirty="0"/>
          </a:p>
        </p:txBody>
      </p:sp>
      <p:sp>
        <p:nvSpPr>
          <p:cNvPr id="248" name="Text 246"/>
          <p:cNvSpPr/>
          <p:nvPr/>
        </p:nvSpPr>
        <p:spPr>
          <a:xfrm>
            <a:off x="411480" y="18105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XGBoost model trained on 250K+ incidents + violation history</a:t>
            </a:r>
            <a:endParaRPr lang="en-US" sz="1000" dirty="0"/>
          </a:p>
        </p:txBody>
      </p:sp>
      <p:sp>
        <p:nvSpPr>
          <p:cNvPr id="249" name="Text 247"/>
          <p:cNvSpPr/>
          <p:nvPr/>
        </p:nvSpPr>
        <p:spPr>
          <a:xfrm>
            <a:off x="411480" y="2340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Risk tiers: CRITICAL · HIGH · MEDIUM · LOW per address</a:t>
            </a:r>
            <a:endParaRPr lang="en-US" sz="1000" dirty="0"/>
          </a:p>
        </p:txBody>
      </p:sp>
      <p:sp>
        <p:nvSpPr>
          <p:cNvPr id="250" name="Text 248"/>
          <p:cNvSpPr/>
          <p:nvPr/>
        </p:nvSpPr>
        <p:spPr>
          <a:xfrm>
            <a:off x="411480" y="2871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Geo-spatial clustering identifies emerging neighborhood hotspots</a:t>
            </a:r>
            <a:endParaRPr lang="en-US" sz="1000" dirty="0"/>
          </a:p>
        </p:txBody>
      </p:sp>
      <p:sp>
        <p:nvSpPr>
          <p:cNvPr id="251" name="Text 249"/>
          <p:cNvSpPr/>
          <p:nvPr/>
        </p:nvSpPr>
        <p:spPr>
          <a:xfrm>
            <a:off x="411480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Permit expiry &amp; open violations weighted as leading indicators</a:t>
            </a:r>
            <a:endParaRPr lang="en-US" sz="1000" dirty="0"/>
          </a:p>
        </p:txBody>
      </p:sp>
      <p:sp>
        <p:nvSpPr>
          <p:cNvPr id="252" name="Shape 250"/>
          <p:cNvSpPr/>
          <p:nvPr/>
        </p:nvSpPr>
        <p:spPr>
          <a:xfrm>
            <a:off x="4663440" y="1170432"/>
            <a:ext cx="4206240" cy="32918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3" name="Shape 251"/>
          <p:cNvSpPr/>
          <p:nvPr/>
        </p:nvSpPr>
        <p:spPr>
          <a:xfrm>
            <a:off x="4663440" y="1170432"/>
            <a:ext cx="4206240" cy="109728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480060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FFD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DISPATCH OPTIMIZATION</a:t>
            </a:r>
            <a:endParaRPr lang="en-US" sz="1600" dirty="0"/>
          </a:p>
        </p:txBody>
      </p:sp>
      <p:sp>
        <p:nvSpPr>
          <p:cNvPr id="255" name="Text 253"/>
          <p:cNvSpPr/>
          <p:nvPr/>
        </p:nvSpPr>
        <p:spPr>
          <a:xfrm>
            <a:off x="4800600" y="1810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Linear programming selects optimal unit per incident type + risk tier</a:t>
            </a:r>
            <a:endParaRPr lang="en-US" sz="1000" dirty="0"/>
          </a:p>
        </p:txBody>
      </p:sp>
      <p:sp>
        <p:nvSpPr>
          <p:cNvPr id="256" name="Text 254"/>
          <p:cNvSpPr/>
          <p:nvPr/>
        </p:nvSpPr>
        <p:spPr>
          <a:xfrm>
            <a:off x="4800600" y="2340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Concurrent incident load balancing prevents station over-commitment</a:t>
            </a:r>
            <a:endParaRPr lang="en-US" sz="1000" dirty="0"/>
          </a:p>
        </p:txBody>
      </p:sp>
      <p:sp>
        <p:nvSpPr>
          <p:cNvPr id="257" name="Text 255"/>
          <p:cNvSpPr/>
          <p:nvPr/>
        </p:nvSpPr>
        <p:spPr>
          <a:xfrm>
            <a:off x="4800600" y="28712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Response SLA tracking: target &lt;5 min for CRITICAL risk zones</a:t>
            </a:r>
            <a:endParaRPr lang="en-US" sz="1000" dirty="0"/>
          </a:p>
        </p:txBody>
      </p:sp>
      <p:sp>
        <p:nvSpPr>
          <p:cNvPr id="258" name="Text 256"/>
          <p:cNvSpPr/>
          <p:nvPr/>
        </p:nvSpPr>
        <p:spPr>
          <a:xfrm>
            <a:off x="4800600" y="3401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Historical travel-time matrices inform real-time routing decisions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INTELLIGENCE MODULE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TURNING VIOLATIONS INTO PREVENTION</a:t>
            </a:r>
            <a:endParaRPr lang="en-US" sz="3200" dirty="0"/>
          </a:p>
        </p:txBody>
      </p:sp>
      <p:sp>
        <p:nvSpPr>
          <p:cNvPr id="245" name="Shape 243"/>
          <p:cNvSpPr/>
          <p:nvPr/>
        </p:nvSpPr>
        <p:spPr>
          <a:xfrm>
            <a:off x="274320" y="1170432"/>
            <a:ext cx="416052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6" name="Shape 244"/>
          <p:cNvSpPr/>
          <p:nvPr/>
        </p:nvSpPr>
        <p:spPr>
          <a:xfrm>
            <a:off x="274320" y="1170432"/>
            <a:ext cx="4160520" cy="914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11480" y="132588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VIOLATION STREAM DETECTION</a:t>
            </a:r>
            <a:endParaRPr lang="en-US" sz="1200" dirty="0"/>
          </a:p>
        </p:txBody>
      </p:sp>
      <p:sp>
        <p:nvSpPr>
          <p:cNvPr id="248" name="Text 246"/>
          <p:cNvSpPr/>
          <p:nvPr/>
        </p:nvSpPr>
        <p:spPr>
          <a:xfrm>
            <a:off x="411480" y="167335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150K+ records auto-classified by severity tier. Open critical violations trigger immediate risk score recalculation.</a:t>
            </a:r>
            <a:endParaRPr lang="en-US" sz="1000" dirty="0"/>
          </a:p>
        </p:txBody>
      </p:sp>
      <p:sp>
        <p:nvSpPr>
          <p:cNvPr id="249" name="Shape 247"/>
          <p:cNvSpPr/>
          <p:nvPr/>
        </p:nvSpPr>
        <p:spPr>
          <a:xfrm>
            <a:off x="4663440" y="1170432"/>
            <a:ext cx="416052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0" name="Shape 248"/>
          <p:cNvSpPr/>
          <p:nvPr/>
        </p:nvSpPr>
        <p:spPr>
          <a:xfrm>
            <a:off x="4663440" y="1170432"/>
            <a:ext cx="4160520" cy="9144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4800600" y="132588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COMPLIANCE ↔ RISK LINKAGE</a:t>
            </a:r>
            <a:endParaRPr lang="en-US" sz="1200" dirty="0"/>
          </a:p>
        </p:txBody>
      </p:sp>
      <p:sp>
        <p:nvSpPr>
          <p:cNvPr id="252" name="Text 250"/>
          <p:cNvSpPr/>
          <p:nvPr/>
        </p:nvSpPr>
        <p:spPr>
          <a:xfrm>
            <a:off x="4800600" y="167335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address risk score integrates open violation count, severity, and days-open as weighted features.</a:t>
            </a:r>
            <a:endParaRPr lang="en-US" sz="1000" dirty="0"/>
          </a:p>
        </p:txBody>
      </p:sp>
      <p:sp>
        <p:nvSpPr>
          <p:cNvPr id="253" name="Shape 251"/>
          <p:cNvSpPr/>
          <p:nvPr/>
        </p:nvSpPr>
        <p:spPr>
          <a:xfrm>
            <a:off x="274320" y="2679192"/>
            <a:ext cx="416052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4" name="Shape 252"/>
          <p:cNvSpPr/>
          <p:nvPr/>
        </p:nvSpPr>
        <p:spPr>
          <a:xfrm>
            <a:off x="274320" y="2679192"/>
            <a:ext cx="4160520" cy="91440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411480" y="283464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FFD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HIGH-RISK ZONE SURFACING</a:t>
            </a:r>
            <a:endParaRPr lang="en-US" sz="1200" dirty="0"/>
          </a:p>
        </p:txBody>
      </p:sp>
      <p:sp>
        <p:nvSpPr>
          <p:cNvPr id="256" name="Text 254"/>
          <p:cNvSpPr/>
          <p:nvPr/>
        </p:nvSpPr>
        <p:spPr>
          <a:xfrm>
            <a:off x="411480" y="318211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Districts with concentration of open critical violations flagged for proactive inspection prioritization.</a:t>
            </a:r>
            <a:endParaRPr lang="en-US" sz="1000" dirty="0"/>
          </a:p>
        </p:txBody>
      </p:sp>
      <p:sp>
        <p:nvSpPr>
          <p:cNvPr id="257" name="Shape 255"/>
          <p:cNvSpPr/>
          <p:nvPr/>
        </p:nvSpPr>
        <p:spPr>
          <a:xfrm>
            <a:off x="4663440" y="2679192"/>
            <a:ext cx="4160520" cy="129844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8" name="Shape 256"/>
          <p:cNvSpPr/>
          <p:nvPr/>
        </p:nvSpPr>
        <p:spPr>
          <a:xfrm>
            <a:off x="4663440" y="2679192"/>
            <a:ext cx="41605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800600" y="283464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55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ACTIONABLE INSPECTION QUEUE</a:t>
            </a:r>
            <a:endParaRPr lang="en-US" sz="1200" dirty="0"/>
          </a:p>
        </p:txBody>
      </p:sp>
      <p:sp>
        <p:nvSpPr>
          <p:cNvPr id="260" name="Text 258"/>
          <p:cNvSpPr/>
          <p:nvPr/>
        </p:nvSpPr>
        <p:spPr>
          <a:xfrm>
            <a:off x="4800600" y="318211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daily inspector task list ranked by risk × compliance backlog × permit expiry proximity.</a:t>
            </a:r>
            <a:endParaRPr lang="en-US" sz="1000" dirty="0"/>
          </a:p>
        </p:txBody>
      </p:sp>
      <p:sp>
        <p:nvSpPr>
          <p:cNvPr id="261" name="Shape 259"/>
          <p:cNvSpPr/>
          <p:nvPr/>
        </p:nvSpPr>
        <p:spPr>
          <a:xfrm>
            <a:off x="2743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114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5486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6858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229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601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972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2344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3716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5087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6459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7830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9202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20574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21945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23317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24688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26060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27432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28803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0175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1546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32918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4290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5661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37033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38404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9776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41148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42519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43891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45262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46634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48006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49377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0749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2120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3492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4864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6235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57607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58978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60350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61722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63093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64465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65836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67208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68580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69951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71323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72694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74066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75438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76809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78181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79552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80924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822960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836676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850392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864108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8778240" y="4315968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DECISION INTERFACE</a:t>
            </a:r>
            <a:endParaRPr lang="en-US" sz="900" dirty="0"/>
          </a:p>
        </p:txBody>
      </p:sp>
      <p:sp>
        <p:nvSpPr>
          <p:cNvPr id="244" name="Text 24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INTELLIGENCE AT COMMAND SPEED</a:t>
            </a:r>
            <a:endParaRPr lang="en-US" sz="3200" dirty="0"/>
          </a:p>
        </p:txBody>
      </p:sp>
      <p:sp>
        <p:nvSpPr>
          <p:cNvPr id="245" name="Shape 243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0D1A26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6" name="Text 244"/>
          <p:cNvSpPr/>
          <p:nvPr/>
        </p:nvSpPr>
        <p:spPr>
          <a:xfrm>
            <a:off x="457200" y="1216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🔴 FIRE RISK COMMAND CENTER</a:t>
            </a:r>
            <a:endParaRPr lang="en-US" sz="1100" dirty="0"/>
          </a:p>
        </p:txBody>
      </p:sp>
      <p:sp>
        <p:nvSpPr>
          <p:cNvPr id="247" name="Text 245"/>
          <p:cNvSpPr/>
          <p:nvPr/>
        </p:nvSpPr>
        <p:spPr>
          <a:xfrm>
            <a:off x="5029200" y="12161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 ●  SFO  ●  Apr 2024  ●  District View</a:t>
            </a:r>
            <a:endParaRPr lang="en-US" sz="900" dirty="0"/>
          </a:p>
        </p:txBody>
      </p:sp>
      <p:sp>
        <p:nvSpPr>
          <p:cNvPr id="248" name="Shape 246"/>
          <p:cNvSpPr/>
          <p:nvPr/>
        </p:nvSpPr>
        <p:spPr>
          <a:xfrm>
            <a:off x="274320" y="1664208"/>
            <a:ext cx="3200400" cy="23317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9" name="Text 247"/>
          <p:cNvSpPr/>
          <p:nvPr/>
        </p:nvSpPr>
        <p:spPr>
          <a:xfrm>
            <a:off x="4114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RISK HEATMAP</a:t>
            </a:r>
            <a:endParaRPr lang="en-US" sz="1100" dirty="0"/>
          </a:p>
        </p:txBody>
      </p:sp>
      <p:sp>
        <p:nvSpPr>
          <p:cNvPr id="250" name="Shape 248"/>
          <p:cNvSpPr/>
          <p:nvPr/>
        </p:nvSpPr>
        <p:spPr>
          <a:xfrm>
            <a:off x="411480" y="2084832"/>
            <a:ext cx="493776" cy="384048"/>
          </a:xfrm>
          <a:prstGeom prst="rect">
            <a:avLst/>
          </a:prstGeom>
          <a:solidFill>
            <a:srgbClr val="FF6B1A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60120" y="2084832"/>
            <a:ext cx="493776" cy="384048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508760" y="2084832"/>
            <a:ext cx="493776" cy="384048"/>
          </a:xfrm>
          <a:prstGeom prst="rect">
            <a:avLst/>
          </a:prstGeom>
          <a:solidFill>
            <a:srgbClr val="FFCC00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2057400" y="2084832"/>
            <a:ext cx="493776" cy="384048"/>
          </a:xfrm>
          <a:prstGeom prst="rect">
            <a:avLst/>
          </a:prstGeom>
          <a:solidFill>
            <a:srgbClr val="1AFFD5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2606040" y="2084832"/>
            <a:ext cx="493776" cy="384048"/>
          </a:xfrm>
          <a:prstGeom prst="rect">
            <a:avLst/>
          </a:prstGeom>
          <a:solidFill>
            <a:srgbClr val="A855F7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11480" y="2523744"/>
            <a:ext cx="493776" cy="384048"/>
          </a:xfrm>
          <a:prstGeom prst="rect">
            <a:avLst/>
          </a:prstGeom>
          <a:solidFill>
            <a:srgbClr val="475569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60120" y="2523744"/>
            <a:ext cx="493776" cy="384048"/>
          </a:xfrm>
          <a:prstGeom prst="rect">
            <a:avLst/>
          </a:prstGeom>
          <a:solidFill>
            <a:srgbClr val="FF6B1A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508760" y="2523744"/>
            <a:ext cx="493776" cy="384048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2057400" y="2523744"/>
            <a:ext cx="493776" cy="384048"/>
          </a:xfrm>
          <a:prstGeom prst="rect">
            <a:avLst/>
          </a:prstGeom>
          <a:solidFill>
            <a:srgbClr val="FFCC00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2606040" y="2523744"/>
            <a:ext cx="493776" cy="384048"/>
          </a:xfrm>
          <a:prstGeom prst="rect">
            <a:avLst/>
          </a:prstGeom>
          <a:solidFill>
            <a:srgbClr val="1AFFD5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11480" y="2962656"/>
            <a:ext cx="493776" cy="384048"/>
          </a:xfrm>
          <a:prstGeom prst="rect">
            <a:avLst/>
          </a:prstGeom>
          <a:solidFill>
            <a:srgbClr val="A855F7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60120" y="2962656"/>
            <a:ext cx="493776" cy="384048"/>
          </a:xfrm>
          <a:prstGeom prst="rect">
            <a:avLst/>
          </a:prstGeom>
          <a:solidFill>
            <a:srgbClr val="475569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508760" y="2962656"/>
            <a:ext cx="493776" cy="384048"/>
          </a:xfrm>
          <a:prstGeom prst="rect">
            <a:avLst/>
          </a:prstGeom>
          <a:solidFill>
            <a:srgbClr val="FF6B1A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2057400" y="2962656"/>
            <a:ext cx="493776" cy="384048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2606040" y="2962656"/>
            <a:ext cx="493776" cy="384048"/>
          </a:xfrm>
          <a:prstGeom prst="rect">
            <a:avLst/>
          </a:prstGeom>
          <a:solidFill>
            <a:srgbClr val="FFCC00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11480" y="3401568"/>
            <a:ext cx="493776" cy="384048"/>
          </a:xfrm>
          <a:prstGeom prst="rect">
            <a:avLst/>
          </a:prstGeom>
          <a:solidFill>
            <a:srgbClr val="1AFFD5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60120" y="3401568"/>
            <a:ext cx="493776" cy="384048"/>
          </a:xfrm>
          <a:prstGeom prst="rect">
            <a:avLst/>
          </a:prstGeom>
          <a:solidFill>
            <a:srgbClr val="A855F7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508760" y="3401568"/>
            <a:ext cx="493776" cy="384048"/>
          </a:xfrm>
          <a:prstGeom prst="rect">
            <a:avLst/>
          </a:prstGeom>
          <a:solidFill>
            <a:srgbClr val="475569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2057400" y="3401568"/>
            <a:ext cx="493776" cy="384048"/>
          </a:xfrm>
          <a:prstGeom prst="rect">
            <a:avLst/>
          </a:prstGeom>
          <a:solidFill>
            <a:srgbClr val="FF6B1A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2606040" y="3401568"/>
            <a:ext cx="493776" cy="384048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3703320" y="1664208"/>
            <a:ext cx="237744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1" name="Shape 269"/>
          <p:cNvSpPr/>
          <p:nvPr/>
        </p:nvSpPr>
        <p:spPr>
          <a:xfrm>
            <a:off x="3703320" y="1664208"/>
            <a:ext cx="2377440" cy="73152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3813048" y="179222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RESPONSE TIME</a:t>
            </a:r>
            <a:endParaRPr lang="en-US" sz="800" dirty="0"/>
          </a:p>
        </p:txBody>
      </p:sp>
      <p:sp>
        <p:nvSpPr>
          <p:cNvPr id="273" name="Text 271"/>
          <p:cNvSpPr/>
          <p:nvPr/>
        </p:nvSpPr>
        <p:spPr>
          <a:xfrm>
            <a:off x="3813048" y="201168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FFD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4.2 min</a:t>
            </a:r>
            <a:endParaRPr lang="en-US" sz="2200" dirty="0"/>
          </a:p>
        </p:txBody>
      </p:sp>
      <p:sp>
        <p:nvSpPr>
          <p:cNvPr id="274" name="Text 272"/>
          <p:cNvSpPr/>
          <p:nvPr/>
        </p:nvSpPr>
        <p:spPr>
          <a:xfrm>
            <a:off x="3813048" y="24505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0.8 min vs baseline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6309360" y="1664208"/>
            <a:ext cx="237744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6" name="Shape 274"/>
          <p:cNvSpPr/>
          <p:nvPr/>
        </p:nvSpPr>
        <p:spPr>
          <a:xfrm>
            <a:off x="6309360" y="1664208"/>
            <a:ext cx="237744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6419088" y="179222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ADDRESSES</a:t>
            </a:r>
            <a:endParaRPr lang="en-US" sz="800" dirty="0"/>
          </a:p>
        </p:txBody>
      </p:sp>
      <p:sp>
        <p:nvSpPr>
          <p:cNvPr id="278" name="Text 276"/>
          <p:cNvSpPr/>
          <p:nvPr/>
        </p:nvSpPr>
        <p:spPr>
          <a:xfrm>
            <a:off x="6419088" y="201168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342</a:t>
            </a:r>
            <a:endParaRPr lang="en-US" sz="2200" dirty="0"/>
          </a:p>
        </p:txBody>
      </p:sp>
      <p:sp>
        <p:nvSpPr>
          <p:cNvPr id="279" name="Text 277"/>
          <p:cNvSpPr/>
          <p:nvPr/>
        </p:nvSpPr>
        <p:spPr>
          <a:xfrm>
            <a:off x="6419088" y="24505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18 new this week</a:t>
            </a:r>
            <a:endParaRPr lang="en-US" sz="800" dirty="0"/>
          </a:p>
        </p:txBody>
      </p:sp>
      <p:sp>
        <p:nvSpPr>
          <p:cNvPr id="280" name="Shape 278"/>
          <p:cNvSpPr/>
          <p:nvPr/>
        </p:nvSpPr>
        <p:spPr>
          <a:xfrm>
            <a:off x="3703320" y="2852928"/>
            <a:ext cx="237744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1" name="Shape 279"/>
          <p:cNvSpPr/>
          <p:nvPr/>
        </p:nvSpPr>
        <p:spPr>
          <a:xfrm>
            <a:off x="3703320" y="2852928"/>
            <a:ext cx="23774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3813048" y="29809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CRITICAL VIOLATIONS</a:t>
            </a:r>
            <a:endParaRPr lang="en-US" sz="800" dirty="0"/>
          </a:p>
        </p:txBody>
      </p:sp>
      <p:sp>
        <p:nvSpPr>
          <p:cNvPr id="283" name="Text 281"/>
          <p:cNvSpPr/>
          <p:nvPr/>
        </p:nvSpPr>
        <p:spPr>
          <a:xfrm>
            <a:off x="3813048" y="320040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87</a:t>
            </a:r>
            <a:endParaRPr lang="en-US" sz="2200" dirty="0"/>
          </a:p>
        </p:txBody>
      </p:sp>
      <p:sp>
        <p:nvSpPr>
          <p:cNvPr id="284" name="Text 282"/>
          <p:cNvSpPr/>
          <p:nvPr/>
        </p:nvSpPr>
        <p:spPr>
          <a:xfrm>
            <a:off x="3813048" y="36393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escalated today</a:t>
            </a:r>
            <a:endParaRPr lang="en-US" sz="800" dirty="0"/>
          </a:p>
        </p:txBody>
      </p:sp>
      <p:sp>
        <p:nvSpPr>
          <p:cNvPr id="285" name="Shape 283"/>
          <p:cNvSpPr/>
          <p:nvPr/>
        </p:nvSpPr>
        <p:spPr>
          <a:xfrm>
            <a:off x="6309360" y="2852928"/>
            <a:ext cx="237744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6" name="Shape 284"/>
          <p:cNvSpPr/>
          <p:nvPr/>
        </p:nvSpPr>
        <p:spPr>
          <a:xfrm>
            <a:off x="6309360" y="2852928"/>
            <a:ext cx="23774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6419088" y="29809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SLA MET</a:t>
            </a:r>
            <a:endParaRPr lang="en-US" sz="800" dirty="0"/>
          </a:p>
        </p:txBody>
      </p:sp>
      <p:sp>
        <p:nvSpPr>
          <p:cNvPr id="288" name="Text 286"/>
          <p:cNvSpPr/>
          <p:nvPr/>
        </p:nvSpPr>
        <p:spPr>
          <a:xfrm>
            <a:off x="6419088" y="320040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55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94.2%</a:t>
            </a:r>
            <a:endParaRPr lang="en-US" sz="2200" dirty="0"/>
          </a:p>
        </p:txBody>
      </p:sp>
      <p:sp>
        <p:nvSpPr>
          <p:cNvPr id="289" name="Text 287"/>
          <p:cNvSpPr/>
          <p:nvPr/>
        </p:nvSpPr>
        <p:spPr>
          <a:xfrm>
            <a:off x="6419088" y="36393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90%  ✓</a:t>
            </a:r>
            <a:endParaRPr lang="en-US" sz="800" dirty="0"/>
          </a:p>
        </p:txBody>
      </p:sp>
      <p:sp>
        <p:nvSpPr>
          <p:cNvPr id="290" name="Shape 288"/>
          <p:cNvSpPr/>
          <p:nvPr/>
        </p:nvSpPr>
        <p:spPr>
          <a:xfrm>
            <a:off x="274320" y="4114800"/>
            <a:ext cx="8595360" cy="502920"/>
          </a:xfrm>
          <a:prstGeom prst="rect">
            <a:avLst/>
          </a:prstGeom>
          <a:solidFill>
            <a:srgbClr val="1A0D0D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1" name="Shape 289"/>
          <p:cNvSpPr/>
          <p:nvPr/>
        </p:nvSpPr>
        <p:spPr>
          <a:xfrm>
            <a:off x="274320" y="4114800"/>
            <a:ext cx="73152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COMPLIANCE ALERT:  3 properties in District 4 have expired permits + open critical violations — Priority inspection triggered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646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2646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2646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646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2646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195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0195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7744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7744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85292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5292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5292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5292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5292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2841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2841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841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2841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841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0390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0390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0390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0390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0390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0390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7939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7939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7939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939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5488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5488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5488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5488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75488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5488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3036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23036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23036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3036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3036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0585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0585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585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0585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585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0585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FF6B1A">
              <a:alpha val="8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858000" y="1371600"/>
            <a:ext cx="4572000" cy="45720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WINS</a:t>
            </a:r>
            <a:endParaRPr lang="en-US" sz="900" dirty="0"/>
          </a:p>
        </p:txBody>
      </p:sp>
      <p:sp>
        <p:nvSpPr>
          <p:cNvPr id="246" name="Text 244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THIS IS NOT A PROTOTYPE.</a:t>
            </a:r>
            <a:endParaRPr lang="en-US" sz="3600" dirty="0"/>
          </a:p>
        </p:txBody>
      </p:sp>
      <p:sp>
        <p:nvSpPr>
          <p:cNvPr id="247" name="Text 245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THIS IS A DEPLOYABLE SYSTEM.</a:t>
            </a:r>
            <a:endParaRPr lang="en-US" sz="3600" dirty="0"/>
          </a:p>
        </p:txBody>
      </p:sp>
      <p:sp>
        <p:nvSpPr>
          <p:cNvPr id="248" name="Shape 246"/>
          <p:cNvSpPr/>
          <p:nvPr/>
        </p:nvSpPr>
        <p:spPr>
          <a:xfrm>
            <a:off x="274320" y="1719072"/>
            <a:ext cx="4160520" cy="12070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9" name="Shape 247"/>
          <p:cNvSpPr/>
          <p:nvPr/>
        </p:nvSpPr>
        <p:spPr>
          <a:xfrm>
            <a:off x="274320" y="1719072"/>
            <a:ext cx="73152" cy="1207008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457200" y="1810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000" dirty="0"/>
          </a:p>
        </p:txBody>
      </p:sp>
      <p:sp>
        <p:nvSpPr>
          <p:cNvPr id="251" name="Text 249"/>
          <p:cNvSpPr/>
          <p:nvPr/>
        </p:nvSpPr>
        <p:spPr>
          <a:xfrm>
            <a:off x="457200" y="2039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END-TO-END SYSTEM</a:t>
            </a:r>
            <a:endParaRPr lang="en-US" sz="1300" dirty="0"/>
          </a:p>
        </p:txBody>
      </p:sp>
      <p:sp>
        <p:nvSpPr>
          <p:cNvPr id="252" name="Text 250"/>
          <p:cNvSpPr/>
          <p:nvPr/>
        </p:nvSpPr>
        <p:spPr>
          <a:xfrm>
            <a:off x="457200" y="2377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→ risk score → dispatch decision → outcome capture → model retraining. No gaps.</a:t>
            </a:r>
            <a:endParaRPr lang="en-US" sz="1000" dirty="0"/>
          </a:p>
        </p:txBody>
      </p:sp>
      <p:sp>
        <p:nvSpPr>
          <p:cNvPr id="253" name="Shape 251"/>
          <p:cNvSpPr/>
          <p:nvPr/>
        </p:nvSpPr>
        <p:spPr>
          <a:xfrm>
            <a:off x="4663440" y="1719072"/>
            <a:ext cx="4160520" cy="12070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4" name="Shape 252"/>
          <p:cNvSpPr/>
          <p:nvPr/>
        </p:nvSpPr>
        <p:spPr>
          <a:xfrm>
            <a:off x="4663440" y="1719072"/>
            <a:ext cx="73152" cy="1207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4846320" y="1810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000" dirty="0"/>
          </a:p>
        </p:txBody>
      </p:sp>
      <p:sp>
        <p:nvSpPr>
          <p:cNvPr id="256" name="Text 254"/>
          <p:cNvSpPr/>
          <p:nvPr/>
        </p:nvSpPr>
        <p:spPr>
          <a:xfrm>
            <a:off x="4846320" y="2039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LEARNING LOOP</a:t>
            </a:r>
            <a:endParaRPr lang="en-US" sz="1300" dirty="0"/>
          </a:p>
        </p:txBody>
      </p:sp>
      <p:sp>
        <p:nvSpPr>
          <p:cNvPr id="257" name="Text 255"/>
          <p:cNvSpPr/>
          <p:nvPr/>
        </p:nvSpPr>
        <p:spPr>
          <a:xfrm>
            <a:off x="4846320" y="2377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vs. actual delta drives automatic recalibration. System improves with every incident.</a:t>
            </a:r>
            <a:endParaRPr lang="en-US" sz="1000" dirty="0"/>
          </a:p>
        </p:txBody>
      </p:sp>
      <p:sp>
        <p:nvSpPr>
          <p:cNvPr id="258" name="Shape 256"/>
          <p:cNvSpPr/>
          <p:nvPr/>
        </p:nvSpPr>
        <p:spPr>
          <a:xfrm>
            <a:off x="274320" y="3136392"/>
            <a:ext cx="4160520" cy="12070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9" name="Shape 257"/>
          <p:cNvSpPr/>
          <p:nvPr/>
        </p:nvSpPr>
        <p:spPr>
          <a:xfrm>
            <a:off x="274320" y="3136392"/>
            <a:ext cx="73152" cy="1207008"/>
          </a:xfrm>
          <a:prstGeom prst="rect">
            <a:avLst/>
          </a:prstGeom>
          <a:solidFill>
            <a:srgbClr val="1AFFD5"/>
          </a:solidFill>
          <a:ln w="12700">
            <a:solidFill>
              <a:srgbClr val="1AFFD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457200" y="32278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FFD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000" dirty="0"/>
          </a:p>
        </p:txBody>
      </p:sp>
      <p:sp>
        <p:nvSpPr>
          <p:cNvPr id="261" name="Text 259"/>
          <p:cNvSpPr/>
          <p:nvPr/>
        </p:nvSpPr>
        <p:spPr>
          <a:xfrm>
            <a:off x="457200" y="3456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DEPLOYABLE ARCHITECTURE</a:t>
            </a:r>
            <a:endParaRPr lang="en-US" sz="1300" dirty="0"/>
          </a:p>
        </p:txBody>
      </p:sp>
      <p:sp>
        <p:nvSpPr>
          <p:cNvPr id="262" name="Text 260"/>
          <p:cNvSpPr/>
          <p:nvPr/>
        </p:nvSpPr>
        <p:spPr>
          <a:xfrm>
            <a:off x="45720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Delta tables, MLflow tracking, Databricks Workflows, and REST-served scoring.</a:t>
            </a:r>
            <a:endParaRPr lang="en-US" sz="1000" dirty="0"/>
          </a:p>
        </p:txBody>
      </p:sp>
      <p:sp>
        <p:nvSpPr>
          <p:cNvPr id="263" name="Shape 261"/>
          <p:cNvSpPr/>
          <p:nvPr/>
        </p:nvSpPr>
        <p:spPr>
          <a:xfrm>
            <a:off x="4663440" y="3136392"/>
            <a:ext cx="4160520" cy="120700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4" name="Shape 262"/>
          <p:cNvSpPr/>
          <p:nvPr/>
        </p:nvSpPr>
        <p:spPr>
          <a:xfrm>
            <a:off x="4663440" y="3136392"/>
            <a:ext cx="73152" cy="1207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4846320" y="32278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55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000" dirty="0"/>
          </a:p>
        </p:txBody>
      </p:sp>
      <p:sp>
        <p:nvSpPr>
          <p:cNvPr id="266" name="Text 264"/>
          <p:cNvSpPr/>
          <p:nvPr/>
        </p:nvSpPr>
        <p:spPr>
          <a:xfrm>
            <a:off x="4846320" y="3456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267" name="Text 265"/>
          <p:cNvSpPr/>
          <p:nvPr/>
        </p:nvSpPr>
        <p:spPr>
          <a:xfrm>
            <a:off x="484632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dispatch. Fewer preventable fires. Proactive compliance. Measurable ROI from day one.</a:t>
            </a:r>
            <a:endParaRPr lang="en-US" sz="1000" dirty="0"/>
          </a:p>
        </p:txBody>
      </p:sp>
      <p:sp>
        <p:nvSpPr>
          <p:cNvPr id="268" name="Shape 266"/>
          <p:cNvSpPr/>
          <p:nvPr/>
        </p:nvSpPr>
        <p:spPr>
          <a:xfrm>
            <a:off x="2743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114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486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6858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229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601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972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2344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3716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5087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6459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7830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9202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20574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21945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23317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24688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26060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27432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28803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0175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31546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32918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34290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35661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37033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38404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39776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41148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42519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43891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45262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46634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48006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9377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50749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2120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3492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4864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6235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7607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58978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60350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61722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63093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64465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5836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67208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68580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69951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71323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72694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74066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75438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76809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78181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79552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80924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822960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836676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850392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864108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8778240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FC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PREDICT  ·  OPTIMIZE  ·  LEARN  ·  REPEAT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16D6F-6328-F4B3-D1A5-91BA274C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Picture 301">
            <a:extLst>
              <a:ext uri="{FF2B5EF4-FFF2-40B4-BE49-F238E27FC236}">
                <a16:creationId xmlns:a16="http://schemas.microsoft.com/office/drawing/2014/main" id="{BC6AEDDB-2831-88D7-3398-96CFDD23F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724" y="3385168"/>
            <a:ext cx="1720407" cy="723104"/>
          </a:xfrm>
          <a:prstGeom prst="rect">
            <a:avLst/>
          </a:prstGeom>
        </p:spPr>
      </p:pic>
      <p:pic>
        <p:nvPicPr>
          <p:cNvPr id="305" name="Picture 304">
            <a:extLst>
              <a:ext uri="{FF2B5EF4-FFF2-40B4-BE49-F238E27FC236}">
                <a16:creationId xmlns:a16="http://schemas.microsoft.com/office/drawing/2014/main" id="{389ED450-B89B-FF7D-9B87-376D8BDCA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24" y="3385168"/>
            <a:ext cx="1720407" cy="723104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6DB5E17F-1750-B909-5EFC-2CC1A8D2D903}"/>
              </a:ext>
            </a:extLst>
          </p:cNvPr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5A483F7-BF24-70F3-9851-0E025B594EB1}"/>
              </a:ext>
            </a:extLst>
          </p:cNvPr>
          <p:cNvSpPr/>
          <p:nvPr/>
        </p:nvSpPr>
        <p:spPr>
          <a:xfrm>
            <a:off x="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B55B91-34CD-0CAC-D3CA-7BA48BEE8728}"/>
              </a:ext>
            </a:extLst>
          </p:cNvPr>
          <p:cNvSpPr/>
          <p:nvPr/>
        </p:nvSpPr>
        <p:spPr>
          <a:xfrm>
            <a:off x="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292BCFF-7F81-A33D-9087-04A50BE2D2C5}"/>
              </a:ext>
            </a:extLst>
          </p:cNvPr>
          <p:cNvSpPr/>
          <p:nvPr/>
        </p:nvSpPr>
        <p:spPr>
          <a:xfrm>
            <a:off x="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20773B7-6706-2AE4-BA21-46003413D36C}"/>
              </a:ext>
            </a:extLst>
          </p:cNvPr>
          <p:cNvSpPr/>
          <p:nvPr/>
        </p:nvSpPr>
        <p:spPr>
          <a:xfrm>
            <a:off x="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2D00461-2C11-398E-6E21-56E918CAD829}"/>
              </a:ext>
            </a:extLst>
          </p:cNvPr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8B7960E-D686-CBD4-DF77-B645F3C10C12}"/>
              </a:ext>
            </a:extLst>
          </p:cNvPr>
          <p:cNvSpPr/>
          <p:nvPr/>
        </p:nvSpPr>
        <p:spPr>
          <a:xfrm>
            <a:off x="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70BB189-6CD4-4346-87F2-668B929B944A}"/>
              </a:ext>
            </a:extLst>
          </p:cNvPr>
          <p:cNvSpPr/>
          <p:nvPr/>
        </p:nvSpPr>
        <p:spPr>
          <a:xfrm>
            <a:off x="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34687C9-5442-A07D-26CD-C1E4F6C91F9F}"/>
              </a:ext>
            </a:extLst>
          </p:cNvPr>
          <p:cNvSpPr/>
          <p:nvPr/>
        </p:nvSpPr>
        <p:spPr>
          <a:xfrm>
            <a:off x="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5703C63-90FD-290D-55D3-81634E1AC410}"/>
              </a:ext>
            </a:extLst>
          </p:cNvPr>
          <p:cNvSpPr/>
          <p:nvPr/>
        </p:nvSpPr>
        <p:spPr>
          <a:xfrm>
            <a:off x="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5CEFCF-7A8A-1F0B-F164-801BBDB1E452}"/>
              </a:ext>
            </a:extLst>
          </p:cNvPr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BE61EB6-D465-BB19-E764-E6B11B6917C7}"/>
              </a:ext>
            </a:extLst>
          </p:cNvPr>
          <p:cNvSpPr/>
          <p:nvPr/>
        </p:nvSpPr>
        <p:spPr>
          <a:xfrm>
            <a:off x="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B0E660F-B5A3-3174-5A68-C0FDBB1547A7}"/>
              </a:ext>
            </a:extLst>
          </p:cNvPr>
          <p:cNvSpPr/>
          <p:nvPr/>
        </p:nvSpPr>
        <p:spPr>
          <a:xfrm>
            <a:off x="47548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3512D65-DF4E-DDA2-8B34-86DC586F666B}"/>
              </a:ext>
            </a:extLst>
          </p:cNvPr>
          <p:cNvSpPr/>
          <p:nvPr/>
        </p:nvSpPr>
        <p:spPr>
          <a:xfrm>
            <a:off x="47548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F6567A9-E82B-2F7A-A454-F622DC53763C}"/>
              </a:ext>
            </a:extLst>
          </p:cNvPr>
          <p:cNvSpPr/>
          <p:nvPr/>
        </p:nvSpPr>
        <p:spPr>
          <a:xfrm>
            <a:off x="47548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4488CC1-EE92-D89B-49DB-CEFDF55DC01B}"/>
              </a:ext>
            </a:extLst>
          </p:cNvPr>
          <p:cNvSpPr/>
          <p:nvPr/>
        </p:nvSpPr>
        <p:spPr>
          <a:xfrm>
            <a:off x="47548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B3942A5-D221-3951-913E-36CE4875FAFB}"/>
              </a:ext>
            </a:extLst>
          </p:cNvPr>
          <p:cNvSpPr/>
          <p:nvPr/>
        </p:nvSpPr>
        <p:spPr>
          <a:xfrm>
            <a:off x="47548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3518BC8-2DDA-7585-FE53-881F62752E3C}"/>
              </a:ext>
            </a:extLst>
          </p:cNvPr>
          <p:cNvSpPr/>
          <p:nvPr/>
        </p:nvSpPr>
        <p:spPr>
          <a:xfrm>
            <a:off x="47548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0A9B3A2-38C6-BD72-D23B-CF68CFDB404B}"/>
              </a:ext>
            </a:extLst>
          </p:cNvPr>
          <p:cNvSpPr/>
          <p:nvPr/>
        </p:nvSpPr>
        <p:spPr>
          <a:xfrm>
            <a:off x="95097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82CFA6E-15A2-51E9-168D-1664222AA209}"/>
              </a:ext>
            </a:extLst>
          </p:cNvPr>
          <p:cNvSpPr/>
          <p:nvPr/>
        </p:nvSpPr>
        <p:spPr>
          <a:xfrm>
            <a:off x="95097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DF7ED42-8CE8-A3B5-532C-217A1C9FC29C}"/>
              </a:ext>
            </a:extLst>
          </p:cNvPr>
          <p:cNvSpPr/>
          <p:nvPr/>
        </p:nvSpPr>
        <p:spPr>
          <a:xfrm>
            <a:off x="95097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B7108E4-262A-1F47-EC9C-6EFA2F86BC87}"/>
              </a:ext>
            </a:extLst>
          </p:cNvPr>
          <p:cNvSpPr/>
          <p:nvPr/>
        </p:nvSpPr>
        <p:spPr>
          <a:xfrm>
            <a:off x="95097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B093F60-BB77-0C09-F67D-53DA6767C9CD}"/>
              </a:ext>
            </a:extLst>
          </p:cNvPr>
          <p:cNvSpPr/>
          <p:nvPr/>
        </p:nvSpPr>
        <p:spPr>
          <a:xfrm>
            <a:off x="95097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0747D38-E547-B342-1105-938243C5A2BA}"/>
              </a:ext>
            </a:extLst>
          </p:cNvPr>
          <p:cNvSpPr/>
          <p:nvPr/>
        </p:nvSpPr>
        <p:spPr>
          <a:xfrm>
            <a:off x="95097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9816754-912D-736F-FC74-0C3B2FDCE84F}"/>
              </a:ext>
            </a:extLst>
          </p:cNvPr>
          <p:cNvSpPr/>
          <p:nvPr/>
        </p:nvSpPr>
        <p:spPr>
          <a:xfrm>
            <a:off x="142646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45941C8-862B-0564-D99A-40BE1E323CCD}"/>
              </a:ext>
            </a:extLst>
          </p:cNvPr>
          <p:cNvSpPr/>
          <p:nvPr/>
        </p:nvSpPr>
        <p:spPr>
          <a:xfrm>
            <a:off x="142646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D4D09D2-A661-44F5-154D-48833C69DABB}"/>
              </a:ext>
            </a:extLst>
          </p:cNvPr>
          <p:cNvSpPr/>
          <p:nvPr/>
        </p:nvSpPr>
        <p:spPr>
          <a:xfrm>
            <a:off x="142646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8039077F-D656-A359-5ED7-636A44E3303F}"/>
              </a:ext>
            </a:extLst>
          </p:cNvPr>
          <p:cNvSpPr/>
          <p:nvPr/>
        </p:nvSpPr>
        <p:spPr>
          <a:xfrm>
            <a:off x="142646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56026322-9ED9-D196-1E04-8CE742CE6E5F}"/>
              </a:ext>
            </a:extLst>
          </p:cNvPr>
          <p:cNvSpPr/>
          <p:nvPr/>
        </p:nvSpPr>
        <p:spPr>
          <a:xfrm>
            <a:off x="142646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B05EE7F-B850-7B40-ABB3-7ED6524CC44E}"/>
              </a:ext>
            </a:extLst>
          </p:cNvPr>
          <p:cNvSpPr/>
          <p:nvPr/>
        </p:nvSpPr>
        <p:spPr>
          <a:xfrm>
            <a:off x="142646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D83B6C90-DB39-7A64-58EC-EB8B3D91CE1F}"/>
              </a:ext>
            </a:extLst>
          </p:cNvPr>
          <p:cNvSpPr/>
          <p:nvPr/>
        </p:nvSpPr>
        <p:spPr>
          <a:xfrm>
            <a:off x="190195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E2F29024-D424-8A6C-7F1A-AAF874D86A0C}"/>
              </a:ext>
            </a:extLst>
          </p:cNvPr>
          <p:cNvSpPr/>
          <p:nvPr/>
        </p:nvSpPr>
        <p:spPr>
          <a:xfrm>
            <a:off x="190195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6244593-A676-C261-89C3-4925216837C0}"/>
              </a:ext>
            </a:extLst>
          </p:cNvPr>
          <p:cNvSpPr/>
          <p:nvPr/>
        </p:nvSpPr>
        <p:spPr>
          <a:xfrm>
            <a:off x="190195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6D065EAD-E2F2-5863-CA33-B74E846622BD}"/>
              </a:ext>
            </a:extLst>
          </p:cNvPr>
          <p:cNvSpPr/>
          <p:nvPr/>
        </p:nvSpPr>
        <p:spPr>
          <a:xfrm>
            <a:off x="190195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3B7F2245-969E-29A2-956B-1C2299F38288}"/>
              </a:ext>
            </a:extLst>
          </p:cNvPr>
          <p:cNvSpPr/>
          <p:nvPr/>
        </p:nvSpPr>
        <p:spPr>
          <a:xfrm>
            <a:off x="190195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3DA10721-A21C-37E0-99F8-2ECCE888F658}"/>
              </a:ext>
            </a:extLst>
          </p:cNvPr>
          <p:cNvSpPr/>
          <p:nvPr/>
        </p:nvSpPr>
        <p:spPr>
          <a:xfrm>
            <a:off x="190195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4562C8B4-0470-18CE-C818-526B9880BD10}"/>
              </a:ext>
            </a:extLst>
          </p:cNvPr>
          <p:cNvSpPr/>
          <p:nvPr/>
        </p:nvSpPr>
        <p:spPr>
          <a:xfrm>
            <a:off x="237744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45A39C9D-E48E-9EEB-AB8D-5AAA2C828E39}"/>
              </a:ext>
            </a:extLst>
          </p:cNvPr>
          <p:cNvSpPr/>
          <p:nvPr/>
        </p:nvSpPr>
        <p:spPr>
          <a:xfrm>
            <a:off x="237744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582C882C-2389-FE7B-8B33-9B2493371D3D}"/>
              </a:ext>
            </a:extLst>
          </p:cNvPr>
          <p:cNvSpPr/>
          <p:nvPr/>
        </p:nvSpPr>
        <p:spPr>
          <a:xfrm>
            <a:off x="237744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82D440A4-7657-36B6-17AA-306DC8C17AB6}"/>
              </a:ext>
            </a:extLst>
          </p:cNvPr>
          <p:cNvSpPr/>
          <p:nvPr/>
        </p:nvSpPr>
        <p:spPr>
          <a:xfrm>
            <a:off x="237744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BC82B833-557C-241C-4EE2-A1AEE1D1078E}"/>
              </a:ext>
            </a:extLst>
          </p:cNvPr>
          <p:cNvSpPr/>
          <p:nvPr/>
        </p:nvSpPr>
        <p:spPr>
          <a:xfrm>
            <a:off x="237744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EDF33149-AC54-AAF2-7E70-8A73A7B09D2B}"/>
              </a:ext>
            </a:extLst>
          </p:cNvPr>
          <p:cNvSpPr/>
          <p:nvPr/>
        </p:nvSpPr>
        <p:spPr>
          <a:xfrm>
            <a:off x="237744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48DBD1C7-C73D-16D7-C4BD-071BF012ABF9}"/>
              </a:ext>
            </a:extLst>
          </p:cNvPr>
          <p:cNvSpPr/>
          <p:nvPr/>
        </p:nvSpPr>
        <p:spPr>
          <a:xfrm>
            <a:off x="285292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D8A8B6D9-DAAE-9D3B-5281-0B3C693B4780}"/>
              </a:ext>
            </a:extLst>
          </p:cNvPr>
          <p:cNvSpPr/>
          <p:nvPr/>
        </p:nvSpPr>
        <p:spPr>
          <a:xfrm>
            <a:off x="285292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B8D125FA-43D3-2249-C90B-479E0C30DFCF}"/>
              </a:ext>
            </a:extLst>
          </p:cNvPr>
          <p:cNvSpPr/>
          <p:nvPr/>
        </p:nvSpPr>
        <p:spPr>
          <a:xfrm>
            <a:off x="285292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A5C351AD-D84B-FB9F-0E6B-BB9AA590AB84}"/>
              </a:ext>
            </a:extLst>
          </p:cNvPr>
          <p:cNvSpPr/>
          <p:nvPr/>
        </p:nvSpPr>
        <p:spPr>
          <a:xfrm>
            <a:off x="285292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0FB7E97F-2961-048F-CDE5-852E2838DADC}"/>
              </a:ext>
            </a:extLst>
          </p:cNvPr>
          <p:cNvSpPr/>
          <p:nvPr/>
        </p:nvSpPr>
        <p:spPr>
          <a:xfrm>
            <a:off x="285292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2804BB2B-D097-43AA-6EA5-055BB85DCA3A}"/>
              </a:ext>
            </a:extLst>
          </p:cNvPr>
          <p:cNvSpPr/>
          <p:nvPr/>
        </p:nvSpPr>
        <p:spPr>
          <a:xfrm>
            <a:off x="285292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271E0C74-301E-C514-BB43-D56877AF616D}"/>
              </a:ext>
            </a:extLst>
          </p:cNvPr>
          <p:cNvSpPr/>
          <p:nvPr/>
        </p:nvSpPr>
        <p:spPr>
          <a:xfrm>
            <a:off x="332841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6824488A-95C5-F033-AD45-4E121091189E}"/>
              </a:ext>
            </a:extLst>
          </p:cNvPr>
          <p:cNvSpPr/>
          <p:nvPr/>
        </p:nvSpPr>
        <p:spPr>
          <a:xfrm>
            <a:off x="332841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EAA48B1D-419E-FA00-0620-6DB049C90027}"/>
              </a:ext>
            </a:extLst>
          </p:cNvPr>
          <p:cNvSpPr/>
          <p:nvPr/>
        </p:nvSpPr>
        <p:spPr>
          <a:xfrm>
            <a:off x="332841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3B9C1C8F-094E-F05B-993F-7CD46099CFD9}"/>
              </a:ext>
            </a:extLst>
          </p:cNvPr>
          <p:cNvSpPr/>
          <p:nvPr/>
        </p:nvSpPr>
        <p:spPr>
          <a:xfrm>
            <a:off x="332841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3E98AB2C-EDB2-D83C-20DA-DF98FFB2CFFA}"/>
              </a:ext>
            </a:extLst>
          </p:cNvPr>
          <p:cNvSpPr/>
          <p:nvPr/>
        </p:nvSpPr>
        <p:spPr>
          <a:xfrm>
            <a:off x="332841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34842B6F-FCD7-B7AF-56A9-B469B46F015B}"/>
              </a:ext>
            </a:extLst>
          </p:cNvPr>
          <p:cNvSpPr/>
          <p:nvPr/>
        </p:nvSpPr>
        <p:spPr>
          <a:xfrm>
            <a:off x="332841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8D5468DC-848B-80BD-6CF2-08F3525D9718}"/>
              </a:ext>
            </a:extLst>
          </p:cNvPr>
          <p:cNvSpPr/>
          <p:nvPr/>
        </p:nvSpPr>
        <p:spPr>
          <a:xfrm>
            <a:off x="380390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4A009AB0-31C1-46B6-82CA-0092A5598A6A}"/>
              </a:ext>
            </a:extLst>
          </p:cNvPr>
          <p:cNvSpPr/>
          <p:nvPr/>
        </p:nvSpPr>
        <p:spPr>
          <a:xfrm>
            <a:off x="380390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1EA0FBAB-0C7E-5F57-208D-A2B95134C236}"/>
              </a:ext>
            </a:extLst>
          </p:cNvPr>
          <p:cNvSpPr/>
          <p:nvPr/>
        </p:nvSpPr>
        <p:spPr>
          <a:xfrm>
            <a:off x="380390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3C0AF319-75CD-B423-4FE8-90623EB4A041}"/>
              </a:ext>
            </a:extLst>
          </p:cNvPr>
          <p:cNvSpPr/>
          <p:nvPr/>
        </p:nvSpPr>
        <p:spPr>
          <a:xfrm>
            <a:off x="380390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C7D416CC-CEA2-BC0D-501A-AF50E1F12403}"/>
              </a:ext>
            </a:extLst>
          </p:cNvPr>
          <p:cNvSpPr/>
          <p:nvPr/>
        </p:nvSpPr>
        <p:spPr>
          <a:xfrm>
            <a:off x="380390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93AC9A81-A907-D02E-BF07-EF35C69F583D}"/>
              </a:ext>
            </a:extLst>
          </p:cNvPr>
          <p:cNvSpPr/>
          <p:nvPr/>
        </p:nvSpPr>
        <p:spPr>
          <a:xfrm>
            <a:off x="380390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5853981B-8DA9-C887-B82B-6059B9871D1C}"/>
              </a:ext>
            </a:extLst>
          </p:cNvPr>
          <p:cNvSpPr/>
          <p:nvPr/>
        </p:nvSpPr>
        <p:spPr>
          <a:xfrm>
            <a:off x="427939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86B1A27B-06C3-8C70-A9BB-AFBA22BD7E48}"/>
              </a:ext>
            </a:extLst>
          </p:cNvPr>
          <p:cNvSpPr/>
          <p:nvPr/>
        </p:nvSpPr>
        <p:spPr>
          <a:xfrm>
            <a:off x="427939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3A490358-74E5-7097-9543-7151A56F0EC0}"/>
              </a:ext>
            </a:extLst>
          </p:cNvPr>
          <p:cNvSpPr/>
          <p:nvPr/>
        </p:nvSpPr>
        <p:spPr>
          <a:xfrm>
            <a:off x="427939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02845A84-024A-9EB9-6DC2-F9E2193E7612}"/>
              </a:ext>
            </a:extLst>
          </p:cNvPr>
          <p:cNvSpPr/>
          <p:nvPr/>
        </p:nvSpPr>
        <p:spPr>
          <a:xfrm>
            <a:off x="427939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C31798A3-84A8-A2FE-4F48-3C7FCA765B18}"/>
              </a:ext>
            </a:extLst>
          </p:cNvPr>
          <p:cNvSpPr/>
          <p:nvPr/>
        </p:nvSpPr>
        <p:spPr>
          <a:xfrm>
            <a:off x="427939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EBE19499-F90B-9BF5-38E0-577B6BAC271E}"/>
              </a:ext>
            </a:extLst>
          </p:cNvPr>
          <p:cNvSpPr/>
          <p:nvPr/>
        </p:nvSpPr>
        <p:spPr>
          <a:xfrm>
            <a:off x="427939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3BF48234-1BDA-2A18-00EC-9302F5F76AF8}"/>
              </a:ext>
            </a:extLst>
          </p:cNvPr>
          <p:cNvSpPr/>
          <p:nvPr/>
        </p:nvSpPr>
        <p:spPr>
          <a:xfrm>
            <a:off x="475488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B691CDBC-1BC7-2AB7-FD0F-704B2A8F5444}"/>
              </a:ext>
            </a:extLst>
          </p:cNvPr>
          <p:cNvSpPr/>
          <p:nvPr/>
        </p:nvSpPr>
        <p:spPr>
          <a:xfrm>
            <a:off x="475488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67E4BD7F-FBCA-2151-2B10-ECD999EF78FC}"/>
              </a:ext>
            </a:extLst>
          </p:cNvPr>
          <p:cNvSpPr/>
          <p:nvPr/>
        </p:nvSpPr>
        <p:spPr>
          <a:xfrm>
            <a:off x="475488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D1A7D92E-A82A-FA67-EB56-A17FD61A7CD3}"/>
              </a:ext>
            </a:extLst>
          </p:cNvPr>
          <p:cNvSpPr/>
          <p:nvPr/>
        </p:nvSpPr>
        <p:spPr>
          <a:xfrm>
            <a:off x="475488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C3852149-7DDD-BF0B-3A2F-75BC1727BBC0}"/>
              </a:ext>
            </a:extLst>
          </p:cNvPr>
          <p:cNvSpPr/>
          <p:nvPr/>
        </p:nvSpPr>
        <p:spPr>
          <a:xfrm>
            <a:off x="475488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945328C3-335C-8200-78BD-ED0D350DD047}"/>
              </a:ext>
            </a:extLst>
          </p:cNvPr>
          <p:cNvSpPr/>
          <p:nvPr/>
        </p:nvSpPr>
        <p:spPr>
          <a:xfrm>
            <a:off x="475488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68CFA0AF-B393-564D-87EC-17F9AAC9996A}"/>
              </a:ext>
            </a:extLst>
          </p:cNvPr>
          <p:cNvSpPr/>
          <p:nvPr/>
        </p:nvSpPr>
        <p:spPr>
          <a:xfrm>
            <a:off x="523036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53C986E2-3990-D23E-5A98-EE201721F648}"/>
              </a:ext>
            </a:extLst>
          </p:cNvPr>
          <p:cNvSpPr/>
          <p:nvPr/>
        </p:nvSpPr>
        <p:spPr>
          <a:xfrm>
            <a:off x="523036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4396FB0A-CCBF-B283-5415-4E59B9D66529}"/>
              </a:ext>
            </a:extLst>
          </p:cNvPr>
          <p:cNvSpPr/>
          <p:nvPr/>
        </p:nvSpPr>
        <p:spPr>
          <a:xfrm>
            <a:off x="523036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C4348730-AA79-C9A5-7F3F-85C44EF2F9E0}"/>
              </a:ext>
            </a:extLst>
          </p:cNvPr>
          <p:cNvSpPr/>
          <p:nvPr/>
        </p:nvSpPr>
        <p:spPr>
          <a:xfrm>
            <a:off x="523036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A14A5629-07BC-17B7-ACE1-6D016B763025}"/>
              </a:ext>
            </a:extLst>
          </p:cNvPr>
          <p:cNvSpPr/>
          <p:nvPr/>
        </p:nvSpPr>
        <p:spPr>
          <a:xfrm>
            <a:off x="523036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9C76ADA9-921B-1C8F-6B94-E787F76420A8}"/>
              </a:ext>
            </a:extLst>
          </p:cNvPr>
          <p:cNvSpPr/>
          <p:nvPr/>
        </p:nvSpPr>
        <p:spPr>
          <a:xfrm>
            <a:off x="523036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9D95B5AB-AD65-91F5-7F96-5F179E37FE59}"/>
              </a:ext>
            </a:extLst>
          </p:cNvPr>
          <p:cNvSpPr/>
          <p:nvPr/>
        </p:nvSpPr>
        <p:spPr>
          <a:xfrm>
            <a:off x="570585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C333AC28-D87F-ABD7-1C65-AB0BF5E859D9}"/>
              </a:ext>
            </a:extLst>
          </p:cNvPr>
          <p:cNvSpPr/>
          <p:nvPr/>
        </p:nvSpPr>
        <p:spPr>
          <a:xfrm>
            <a:off x="570585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4D020141-E119-DCDC-7AD8-E447D6B94BAB}"/>
              </a:ext>
            </a:extLst>
          </p:cNvPr>
          <p:cNvSpPr/>
          <p:nvPr/>
        </p:nvSpPr>
        <p:spPr>
          <a:xfrm>
            <a:off x="570585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4B13D4DD-5B91-3902-CF19-CF4E56681BF3}"/>
              </a:ext>
            </a:extLst>
          </p:cNvPr>
          <p:cNvSpPr/>
          <p:nvPr/>
        </p:nvSpPr>
        <p:spPr>
          <a:xfrm>
            <a:off x="570585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DD80855B-E126-7E86-3962-B7939996F15C}"/>
              </a:ext>
            </a:extLst>
          </p:cNvPr>
          <p:cNvSpPr/>
          <p:nvPr/>
        </p:nvSpPr>
        <p:spPr>
          <a:xfrm>
            <a:off x="570585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C1FB1EDE-067C-D66A-0BDA-F819211ADE52}"/>
              </a:ext>
            </a:extLst>
          </p:cNvPr>
          <p:cNvSpPr/>
          <p:nvPr/>
        </p:nvSpPr>
        <p:spPr>
          <a:xfrm>
            <a:off x="570585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8" name="Shape 156">
            <a:extLst>
              <a:ext uri="{FF2B5EF4-FFF2-40B4-BE49-F238E27FC236}">
                <a16:creationId xmlns:a16="http://schemas.microsoft.com/office/drawing/2014/main" id="{56F7DC0A-81D0-97E9-D0D5-F2758C50AC58}"/>
              </a:ext>
            </a:extLst>
          </p:cNvPr>
          <p:cNvSpPr/>
          <p:nvPr/>
        </p:nvSpPr>
        <p:spPr>
          <a:xfrm>
            <a:off x="618134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C1F40041-48AD-2BE2-A48B-33661AD8330C}"/>
              </a:ext>
            </a:extLst>
          </p:cNvPr>
          <p:cNvSpPr/>
          <p:nvPr/>
        </p:nvSpPr>
        <p:spPr>
          <a:xfrm>
            <a:off x="618134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0" name="Shape 158">
            <a:extLst>
              <a:ext uri="{FF2B5EF4-FFF2-40B4-BE49-F238E27FC236}">
                <a16:creationId xmlns:a16="http://schemas.microsoft.com/office/drawing/2014/main" id="{7A8D10D8-A7C6-7FFE-BFA6-47F150913D7B}"/>
              </a:ext>
            </a:extLst>
          </p:cNvPr>
          <p:cNvSpPr/>
          <p:nvPr/>
        </p:nvSpPr>
        <p:spPr>
          <a:xfrm>
            <a:off x="618134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FB3AF765-7FCE-1FA5-DDC6-4647A8AB6A80}"/>
              </a:ext>
            </a:extLst>
          </p:cNvPr>
          <p:cNvSpPr/>
          <p:nvPr/>
        </p:nvSpPr>
        <p:spPr>
          <a:xfrm>
            <a:off x="618134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2" name="Shape 160">
            <a:extLst>
              <a:ext uri="{FF2B5EF4-FFF2-40B4-BE49-F238E27FC236}">
                <a16:creationId xmlns:a16="http://schemas.microsoft.com/office/drawing/2014/main" id="{5EC20516-4441-2363-DE5C-983D4CAFA0D5}"/>
              </a:ext>
            </a:extLst>
          </p:cNvPr>
          <p:cNvSpPr/>
          <p:nvPr/>
        </p:nvSpPr>
        <p:spPr>
          <a:xfrm>
            <a:off x="618134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2A6DE8BD-4BA0-9ECB-B041-4EEEBF1BB264}"/>
              </a:ext>
            </a:extLst>
          </p:cNvPr>
          <p:cNvSpPr/>
          <p:nvPr/>
        </p:nvSpPr>
        <p:spPr>
          <a:xfrm>
            <a:off x="618134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4" name="Shape 162">
            <a:extLst>
              <a:ext uri="{FF2B5EF4-FFF2-40B4-BE49-F238E27FC236}">
                <a16:creationId xmlns:a16="http://schemas.microsoft.com/office/drawing/2014/main" id="{F9EFB14F-83A6-24BD-B3B0-E116D1DB1365}"/>
              </a:ext>
            </a:extLst>
          </p:cNvPr>
          <p:cNvSpPr/>
          <p:nvPr/>
        </p:nvSpPr>
        <p:spPr>
          <a:xfrm>
            <a:off x="618134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5" name="Shape 163">
            <a:extLst>
              <a:ext uri="{FF2B5EF4-FFF2-40B4-BE49-F238E27FC236}">
                <a16:creationId xmlns:a16="http://schemas.microsoft.com/office/drawing/2014/main" id="{AEDEE374-CC99-5490-D2D3-107190C13AF8}"/>
              </a:ext>
            </a:extLst>
          </p:cNvPr>
          <p:cNvSpPr/>
          <p:nvPr/>
        </p:nvSpPr>
        <p:spPr>
          <a:xfrm>
            <a:off x="618134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6" name="Shape 164">
            <a:extLst>
              <a:ext uri="{FF2B5EF4-FFF2-40B4-BE49-F238E27FC236}">
                <a16:creationId xmlns:a16="http://schemas.microsoft.com/office/drawing/2014/main" id="{AA51EF07-6AD7-A5CA-57F7-B66DF2109270}"/>
              </a:ext>
            </a:extLst>
          </p:cNvPr>
          <p:cNvSpPr/>
          <p:nvPr/>
        </p:nvSpPr>
        <p:spPr>
          <a:xfrm>
            <a:off x="618134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77BFED43-A84E-A4F6-E5A1-28E784D8F2E2}"/>
              </a:ext>
            </a:extLst>
          </p:cNvPr>
          <p:cNvSpPr/>
          <p:nvPr/>
        </p:nvSpPr>
        <p:spPr>
          <a:xfrm>
            <a:off x="618134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8" name="Shape 166">
            <a:extLst>
              <a:ext uri="{FF2B5EF4-FFF2-40B4-BE49-F238E27FC236}">
                <a16:creationId xmlns:a16="http://schemas.microsoft.com/office/drawing/2014/main" id="{98E05DD3-F6E3-532C-9859-82887A9A2329}"/>
              </a:ext>
            </a:extLst>
          </p:cNvPr>
          <p:cNvSpPr/>
          <p:nvPr/>
        </p:nvSpPr>
        <p:spPr>
          <a:xfrm>
            <a:off x="618134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9" name="Shape 167">
            <a:extLst>
              <a:ext uri="{FF2B5EF4-FFF2-40B4-BE49-F238E27FC236}">
                <a16:creationId xmlns:a16="http://schemas.microsoft.com/office/drawing/2014/main" id="{97D9E243-B98D-1435-9BC0-911EABD469AF}"/>
              </a:ext>
            </a:extLst>
          </p:cNvPr>
          <p:cNvSpPr/>
          <p:nvPr/>
        </p:nvSpPr>
        <p:spPr>
          <a:xfrm>
            <a:off x="618134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0" name="Shape 168">
            <a:extLst>
              <a:ext uri="{FF2B5EF4-FFF2-40B4-BE49-F238E27FC236}">
                <a16:creationId xmlns:a16="http://schemas.microsoft.com/office/drawing/2014/main" id="{EEFBAF53-0B22-0F2B-4617-0EB40A2FC1A2}"/>
              </a:ext>
            </a:extLst>
          </p:cNvPr>
          <p:cNvSpPr/>
          <p:nvPr/>
        </p:nvSpPr>
        <p:spPr>
          <a:xfrm>
            <a:off x="665683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1" name="Shape 169">
            <a:extLst>
              <a:ext uri="{FF2B5EF4-FFF2-40B4-BE49-F238E27FC236}">
                <a16:creationId xmlns:a16="http://schemas.microsoft.com/office/drawing/2014/main" id="{9DB6224A-9868-A9BF-BC57-8760A0060726}"/>
              </a:ext>
            </a:extLst>
          </p:cNvPr>
          <p:cNvSpPr/>
          <p:nvPr/>
        </p:nvSpPr>
        <p:spPr>
          <a:xfrm>
            <a:off x="665683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2" name="Shape 170">
            <a:extLst>
              <a:ext uri="{FF2B5EF4-FFF2-40B4-BE49-F238E27FC236}">
                <a16:creationId xmlns:a16="http://schemas.microsoft.com/office/drawing/2014/main" id="{57FC882D-7A9D-924D-5BCA-954CBB29660F}"/>
              </a:ext>
            </a:extLst>
          </p:cNvPr>
          <p:cNvSpPr/>
          <p:nvPr/>
        </p:nvSpPr>
        <p:spPr>
          <a:xfrm>
            <a:off x="665683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39AE0E97-65B5-B2B3-E0DB-AFA47516DF67}"/>
              </a:ext>
            </a:extLst>
          </p:cNvPr>
          <p:cNvSpPr/>
          <p:nvPr/>
        </p:nvSpPr>
        <p:spPr>
          <a:xfrm>
            <a:off x="665683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4" name="Shape 172">
            <a:extLst>
              <a:ext uri="{FF2B5EF4-FFF2-40B4-BE49-F238E27FC236}">
                <a16:creationId xmlns:a16="http://schemas.microsoft.com/office/drawing/2014/main" id="{00A0701E-C1B3-DDCC-92DE-D02FA5B61482}"/>
              </a:ext>
            </a:extLst>
          </p:cNvPr>
          <p:cNvSpPr/>
          <p:nvPr/>
        </p:nvSpPr>
        <p:spPr>
          <a:xfrm>
            <a:off x="665683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5" name="Shape 173">
            <a:extLst>
              <a:ext uri="{FF2B5EF4-FFF2-40B4-BE49-F238E27FC236}">
                <a16:creationId xmlns:a16="http://schemas.microsoft.com/office/drawing/2014/main" id="{2166F5FD-C7B5-02FD-9B2E-4EF43A09941C}"/>
              </a:ext>
            </a:extLst>
          </p:cNvPr>
          <p:cNvSpPr/>
          <p:nvPr/>
        </p:nvSpPr>
        <p:spPr>
          <a:xfrm>
            <a:off x="665683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6" name="Shape 174">
            <a:extLst>
              <a:ext uri="{FF2B5EF4-FFF2-40B4-BE49-F238E27FC236}">
                <a16:creationId xmlns:a16="http://schemas.microsoft.com/office/drawing/2014/main" id="{BB6A7D0A-C418-DCFF-533F-107DCB1228B4}"/>
              </a:ext>
            </a:extLst>
          </p:cNvPr>
          <p:cNvSpPr/>
          <p:nvPr/>
        </p:nvSpPr>
        <p:spPr>
          <a:xfrm>
            <a:off x="665683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CE6E6BD1-B4CB-DDE3-2275-4DABEEF2D215}"/>
              </a:ext>
            </a:extLst>
          </p:cNvPr>
          <p:cNvSpPr/>
          <p:nvPr/>
        </p:nvSpPr>
        <p:spPr>
          <a:xfrm>
            <a:off x="665683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8" name="Shape 176">
            <a:extLst>
              <a:ext uri="{FF2B5EF4-FFF2-40B4-BE49-F238E27FC236}">
                <a16:creationId xmlns:a16="http://schemas.microsoft.com/office/drawing/2014/main" id="{2F39DE3C-8067-E18E-5C3B-0D1277AFA869}"/>
              </a:ext>
            </a:extLst>
          </p:cNvPr>
          <p:cNvSpPr/>
          <p:nvPr/>
        </p:nvSpPr>
        <p:spPr>
          <a:xfrm>
            <a:off x="665683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9" name="Shape 177">
            <a:extLst>
              <a:ext uri="{FF2B5EF4-FFF2-40B4-BE49-F238E27FC236}">
                <a16:creationId xmlns:a16="http://schemas.microsoft.com/office/drawing/2014/main" id="{B16AD163-D4EC-CDFA-634F-6F7897E96ADC}"/>
              </a:ext>
            </a:extLst>
          </p:cNvPr>
          <p:cNvSpPr/>
          <p:nvPr/>
        </p:nvSpPr>
        <p:spPr>
          <a:xfrm>
            <a:off x="665683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0" name="Shape 178">
            <a:extLst>
              <a:ext uri="{FF2B5EF4-FFF2-40B4-BE49-F238E27FC236}">
                <a16:creationId xmlns:a16="http://schemas.microsoft.com/office/drawing/2014/main" id="{DD29449E-5750-D515-EC29-C8D95F3AFD01}"/>
              </a:ext>
            </a:extLst>
          </p:cNvPr>
          <p:cNvSpPr/>
          <p:nvPr/>
        </p:nvSpPr>
        <p:spPr>
          <a:xfrm>
            <a:off x="665683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CB12A185-669A-E033-DF5A-A87AA4D809E4}"/>
              </a:ext>
            </a:extLst>
          </p:cNvPr>
          <p:cNvSpPr/>
          <p:nvPr/>
        </p:nvSpPr>
        <p:spPr>
          <a:xfrm>
            <a:off x="665683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2" name="Shape 180">
            <a:extLst>
              <a:ext uri="{FF2B5EF4-FFF2-40B4-BE49-F238E27FC236}">
                <a16:creationId xmlns:a16="http://schemas.microsoft.com/office/drawing/2014/main" id="{5FF83C4F-8AE5-EC3B-3619-E36171B4EFCA}"/>
              </a:ext>
            </a:extLst>
          </p:cNvPr>
          <p:cNvSpPr/>
          <p:nvPr/>
        </p:nvSpPr>
        <p:spPr>
          <a:xfrm>
            <a:off x="7132320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3" name="Shape 181">
            <a:extLst>
              <a:ext uri="{FF2B5EF4-FFF2-40B4-BE49-F238E27FC236}">
                <a16:creationId xmlns:a16="http://schemas.microsoft.com/office/drawing/2014/main" id="{229DA865-CBB7-4F1E-A724-B1824C1C6753}"/>
              </a:ext>
            </a:extLst>
          </p:cNvPr>
          <p:cNvSpPr/>
          <p:nvPr/>
        </p:nvSpPr>
        <p:spPr>
          <a:xfrm>
            <a:off x="7132320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4" name="Shape 182">
            <a:extLst>
              <a:ext uri="{FF2B5EF4-FFF2-40B4-BE49-F238E27FC236}">
                <a16:creationId xmlns:a16="http://schemas.microsoft.com/office/drawing/2014/main" id="{BB415A34-9A5E-FE20-10DA-1CDD7269E162}"/>
              </a:ext>
            </a:extLst>
          </p:cNvPr>
          <p:cNvSpPr/>
          <p:nvPr/>
        </p:nvSpPr>
        <p:spPr>
          <a:xfrm>
            <a:off x="7132320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5" name="Shape 183">
            <a:extLst>
              <a:ext uri="{FF2B5EF4-FFF2-40B4-BE49-F238E27FC236}">
                <a16:creationId xmlns:a16="http://schemas.microsoft.com/office/drawing/2014/main" id="{2406134C-AB40-DEB7-CCB7-BBBF4C5EDEB8}"/>
              </a:ext>
            </a:extLst>
          </p:cNvPr>
          <p:cNvSpPr/>
          <p:nvPr/>
        </p:nvSpPr>
        <p:spPr>
          <a:xfrm>
            <a:off x="7132320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6" name="Shape 184">
            <a:extLst>
              <a:ext uri="{FF2B5EF4-FFF2-40B4-BE49-F238E27FC236}">
                <a16:creationId xmlns:a16="http://schemas.microsoft.com/office/drawing/2014/main" id="{A48359A1-B66C-C2ED-B2C8-B8119D9A4D9B}"/>
              </a:ext>
            </a:extLst>
          </p:cNvPr>
          <p:cNvSpPr/>
          <p:nvPr/>
        </p:nvSpPr>
        <p:spPr>
          <a:xfrm>
            <a:off x="713232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7" name="Shape 185">
            <a:extLst>
              <a:ext uri="{FF2B5EF4-FFF2-40B4-BE49-F238E27FC236}">
                <a16:creationId xmlns:a16="http://schemas.microsoft.com/office/drawing/2014/main" id="{C7C89F8F-2BA9-0B0B-C3D2-BF93D87F84D0}"/>
              </a:ext>
            </a:extLst>
          </p:cNvPr>
          <p:cNvSpPr/>
          <p:nvPr/>
        </p:nvSpPr>
        <p:spPr>
          <a:xfrm>
            <a:off x="7132320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8" name="Shape 186">
            <a:extLst>
              <a:ext uri="{FF2B5EF4-FFF2-40B4-BE49-F238E27FC236}">
                <a16:creationId xmlns:a16="http://schemas.microsoft.com/office/drawing/2014/main" id="{70625FCB-EFF6-1186-AD6D-2D2F53195C96}"/>
              </a:ext>
            </a:extLst>
          </p:cNvPr>
          <p:cNvSpPr/>
          <p:nvPr/>
        </p:nvSpPr>
        <p:spPr>
          <a:xfrm>
            <a:off x="7132320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75C68EE2-CBB7-E659-E00C-9E6EFFB4B9C7}"/>
              </a:ext>
            </a:extLst>
          </p:cNvPr>
          <p:cNvSpPr/>
          <p:nvPr/>
        </p:nvSpPr>
        <p:spPr>
          <a:xfrm>
            <a:off x="7132320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0" name="Shape 188">
            <a:extLst>
              <a:ext uri="{FF2B5EF4-FFF2-40B4-BE49-F238E27FC236}">
                <a16:creationId xmlns:a16="http://schemas.microsoft.com/office/drawing/2014/main" id="{A6090F15-7BFF-1548-8727-59D84A8C9494}"/>
              </a:ext>
            </a:extLst>
          </p:cNvPr>
          <p:cNvSpPr/>
          <p:nvPr/>
        </p:nvSpPr>
        <p:spPr>
          <a:xfrm>
            <a:off x="7132320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1" name="Shape 189">
            <a:extLst>
              <a:ext uri="{FF2B5EF4-FFF2-40B4-BE49-F238E27FC236}">
                <a16:creationId xmlns:a16="http://schemas.microsoft.com/office/drawing/2014/main" id="{70762A4E-35AD-DA57-A530-35CC33EC236F}"/>
              </a:ext>
            </a:extLst>
          </p:cNvPr>
          <p:cNvSpPr/>
          <p:nvPr/>
        </p:nvSpPr>
        <p:spPr>
          <a:xfrm>
            <a:off x="7132320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2" name="Shape 190">
            <a:extLst>
              <a:ext uri="{FF2B5EF4-FFF2-40B4-BE49-F238E27FC236}">
                <a16:creationId xmlns:a16="http://schemas.microsoft.com/office/drawing/2014/main" id="{8FB11640-B82B-7DBA-5CB7-5D040E06F3B1}"/>
              </a:ext>
            </a:extLst>
          </p:cNvPr>
          <p:cNvSpPr/>
          <p:nvPr/>
        </p:nvSpPr>
        <p:spPr>
          <a:xfrm>
            <a:off x="7132320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3" name="Shape 191">
            <a:extLst>
              <a:ext uri="{FF2B5EF4-FFF2-40B4-BE49-F238E27FC236}">
                <a16:creationId xmlns:a16="http://schemas.microsoft.com/office/drawing/2014/main" id="{46F5295C-A344-4512-8CF5-7866CEDFAEAA}"/>
              </a:ext>
            </a:extLst>
          </p:cNvPr>
          <p:cNvSpPr/>
          <p:nvPr/>
        </p:nvSpPr>
        <p:spPr>
          <a:xfrm>
            <a:off x="7132320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4" name="Shape 192">
            <a:extLst>
              <a:ext uri="{FF2B5EF4-FFF2-40B4-BE49-F238E27FC236}">
                <a16:creationId xmlns:a16="http://schemas.microsoft.com/office/drawing/2014/main" id="{F12E0E98-C676-0AD7-CB0D-C0863785B78B}"/>
              </a:ext>
            </a:extLst>
          </p:cNvPr>
          <p:cNvSpPr/>
          <p:nvPr/>
        </p:nvSpPr>
        <p:spPr>
          <a:xfrm>
            <a:off x="7607808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5" name="Shape 193">
            <a:extLst>
              <a:ext uri="{FF2B5EF4-FFF2-40B4-BE49-F238E27FC236}">
                <a16:creationId xmlns:a16="http://schemas.microsoft.com/office/drawing/2014/main" id="{CBFBF760-C704-D0D4-969C-8BA1F6EFC757}"/>
              </a:ext>
            </a:extLst>
          </p:cNvPr>
          <p:cNvSpPr/>
          <p:nvPr/>
        </p:nvSpPr>
        <p:spPr>
          <a:xfrm>
            <a:off x="7607808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6" name="Shape 194">
            <a:extLst>
              <a:ext uri="{FF2B5EF4-FFF2-40B4-BE49-F238E27FC236}">
                <a16:creationId xmlns:a16="http://schemas.microsoft.com/office/drawing/2014/main" id="{AB83847C-2BF7-C12B-A52F-E35FBF9E73D0}"/>
              </a:ext>
            </a:extLst>
          </p:cNvPr>
          <p:cNvSpPr/>
          <p:nvPr/>
        </p:nvSpPr>
        <p:spPr>
          <a:xfrm>
            <a:off x="7607808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7" name="Shape 195">
            <a:extLst>
              <a:ext uri="{FF2B5EF4-FFF2-40B4-BE49-F238E27FC236}">
                <a16:creationId xmlns:a16="http://schemas.microsoft.com/office/drawing/2014/main" id="{5F3EEA37-E574-2FA5-1F73-B4941190ECF8}"/>
              </a:ext>
            </a:extLst>
          </p:cNvPr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8" name="Shape 196">
            <a:extLst>
              <a:ext uri="{FF2B5EF4-FFF2-40B4-BE49-F238E27FC236}">
                <a16:creationId xmlns:a16="http://schemas.microsoft.com/office/drawing/2014/main" id="{FF25D9EB-672E-CCE9-B3A7-0EF7FD66D782}"/>
              </a:ext>
            </a:extLst>
          </p:cNvPr>
          <p:cNvSpPr/>
          <p:nvPr/>
        </p:nvSpPr>
        <p:spPr>
          <a:xfrm>
            <a:off x="7607808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9" name="Shape 197">
            <a:extLst>
              <a:ext uri="{FF2B5EF4-FFF2-40B4-BE49-F238E27FC236}">
                <a16:creationId xmlns:a16="http://schemas.microsoft.com/office/drawing/2014/main" id="{0E9B84D6-863E-88ED-B25F-F515D5341290}"/>
              </a:ext>
            </a:extLst>
          </p:cNvPr>
          <p:cNvSpPr/>
          <p:nvPr/>
        </p:nvSpPr>
        <p:spPr>
          <a:xfrm>
            <a:off x="7607808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0" name="Shape 198">
            <a:extLst>
              <a:ext uri="{FF2B5EF4-FFF2-40B4-BE49-F238E27FC236}">
                <a16:creationId xmlns:a16="http://schemas.microsoft.com/office/drawing/2014/main" id="{051672DC-A314-E3B8-E61D-743D2E0D0ACB}"/>
              </a:ext>
            </a:extLst>
          </p:cNvPr>
          <p:cNvSpPr/>
          <p:nvPr/>
        </p:nvSpPr>
        <p:spPr>
          <a:xfrm>
            <a:off x="7607808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1" name="Shape 199">
            <a:extLst>
              <a:ext uri="{FF2B5EF4-FFF2-40B4-BE49-F238E27FC236}">
                <a16:creationId xmlns:a16="http://schemas.microsoft.com/office/drawing/2014/main" id="{F4AE06D7-FFF2-A52D-0F7A-0E3757E10BC8}"/>
              </a:ext>
            </a:extLst>
          </p:cNvPr>
          <p:cNvSpPr/>
          <p:nvPr/>
        </p:nvSpPr>
        <p:spPr>
          <a:xfrm>
            <a:off x="7607808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2" name="Shape 200">
            <a:extLst>
              <a:ext uri="{FF2B5EF4-FFF2-40B4-BE49-F238E27FC236}">
                <a16:creationId xmlns:a16="http://schemas.microsoft.com/office/drawing/2014/main" id="{82A76473-2803-39F7-EAC0-19DDA09A2F79}"/>
              </a:ext>
            </a:extLst>
          </p:cNvPr>
          <p:cNvSpPr/>
          <p:nvPr/>
        </p:nvSpPr>
        <p:spPr>
          <a:xfrm>
            <a:off x="7607808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3" name="Shape 201">
            <a:extLst>
              <a:ext uri="{FF2B5EF4-FFF2-40B4-BE49-F238E27FC236}">
                <a16:creationId xmlns:a16="http://schemas.microsoft.com/office/drawing/2014/main" id="{408824AE-B54E-98FF-0FA5-FA5A2F177F1C}"/>
              </a:ext>
            </a:extLst>
          </p:cNvPr>
          <p:cNvSpPr/>
          <p:nvPr/>
        </p:nvSpPr>
        <p:spPr>
          <a:xfrm>
            <a:off x="7607808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4" name="Shape 202">
            <a:extLst>
              <a:ext uri="{FF2B5EF4-FFF2-40B4-BE49-F238E27FC236}">
                <a16:creationId xmlns:a16="http://schemas.microsoft.com/office/drawing/2014/main" id="{698065AD-BA0E-CC2A-95EC-762E3C3954DD}"/>
              </a:ext>
            </a:extLst>
          </p:cNvPr>
          <p:cNvSpPr/>
          <p:nvPr/>
        </p:nvSpPr>
        <p:spPr>
          <a:xfrm>
            <a:off x="7607808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5" name="Shape 203">
            <a:extLst>
              <a:ext uri="{FF2B5EF4-FFF2-40B4-BE49-F238E27FC236}">
                <a16:creationId xmlns:a16="http://schemas.microsoft.com/office/drawing/2014/main" id="{3B46F7AB-D7CC-BB48-781B-1A3F3009F96C}"/>
              </a:ext>
            </a:extLst>
          </p:cNvPr>
          <p:cNvSpPr/>
          <p:nvPr/>
        </p:nvSpPr>
        <p:spPr>
          <a:xfrm>
            <a:off x="7607808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6" name="Shape 204">
            <a:extLst>
              <a:ext uri="{FF2B5EF4-FFF2-40B4-BE49-F238E27FC236}">
                <a16:creationId xmlns:a16="http://schemas.microsoft.com/office/drawing/2014/main" id="{5CD31981-B8C8-A757-2559-68C809E17665}"/>
              </a:ext>
            </a:extLst>
          </p:cNvPr>
          <p:cNvSpPr/>
          <p:nvPr/>
        </p:nvSpPr>
        <p:spPr>
          <a:xfrm>
            <a:off x="8083296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7" name="Shape 205">
            <a:extLst>
              <a:ext uri="{FF2B5EF4-FFF2-40B4-BE49-F238E27FC236}">
                <a16:creationId xmlns:a16="http://schemas.microsoft.com/office/drawing/2014/main" id="{5888A9A2-4434-41BB-9C45-B515A5442A20}"/>
              </a:ext>
            </a:extLst>
          </p:cNvPr>
          <p:cNvSpPr/>
          <p:nvPr/>
        </p:nvSpPr>
        <p:spPr>
          <a:xfrm>
            <a:off x="8083296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8" name="Shape 206">
            <a:extLst>
              <a:ext uri="{FF2B5EF4-FFF2-40B4-BE49-F238E27FC236}">
                <a16:creationId xmlns:a16="http://schemas.microsoft.com/office/drawing/2014/main" id="{AFB8E627-0BD5-A65C-E173-55EDE4832EBD}"/>
              </a:ext>
            </a:extLst>
          </p:cNvPr>
          <p:cNvSpPr/>
          <p:nvPr/>
        </p:nvSpPr>
        <p:spPr>
          <a:xfrm>
            <a:off x="8083296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9" name="Shape 207">
            <a:extLst>
              <a:ext uri="{FF2B5EF4-FFF2-40B4-BE49-F238E27FC236}">
                <a16:creationId xmlns:a16="http://schemas.microsoft.com/office/drawing/2014/main" id="{DD63B539-641E-A2AE-97BA-E22771E36385}"/>
              </a:ext>
            </a:extLst>
          </p:cNvPr>
          <p:cNvSpPr/>
          <p:nvPr/>
        </p:nvSpPr>
        <p:spPr>
          <a:xfrm>
            <a:off x="8083296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0" name="Shape 208">
            <a:extLst>
              <a:ext uri="{FF2B5EF4-FFF2-40B4-BE49-F238E27FC236}">
                <a16:creationId xmlns:a16="http://schemas.microsoft.com/office/drawing/2014/main" id="{C55B67BA-1CE4-8973-0F95-14D20EEB389C}"/>
              </a:ext>
            </a:extLst>
          </p:cNvPr>
          <p:cNvSpPr/>
          <p:nvPr/>
        </p:nvSpPr>
        <p:spPr>
          <a:xfrm>
            <a:off x="8083296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1" name="Shape 209">
            <a:extLst>
              <a:ext uri="{FF2B5EF4-FFF2-40B4-BE49-F238E27FC236}">
                <a16:creationId xmlns:a16="http://schemas.microsoft.com/office/drawing/2014/main" id="{1BC1D83B-92DC-CB7D-CCE0-BC19415F961B}"/>
              </a:ext>
            </a:extLst>
          </p:cNvPr>
          <p:cNvSpPr/>
          <p:nvPr/>
        </p:nvSpPr>
        <p:spPr>
          <a:xfrm>
            <a:off x="8083296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2" name="Shape 210">
            <a:extLst>
              <a:ext uri="{FF2B5EF4-FFF2-40B4-BE49-F238E27FC236}">
                <a16:creationId xmlns:a16="http://schemas.microsoft.com/office/drawing/2014/main" id="{057E40C6-0DBE-5A0D-DAF1-2A5F0B0B5D08}"/>
              </a:ext>
            </a:extLst>
          </p:cNvPr>
          <p:cNvSpPr/>
          <p:nvPr/>
        </p:nvSpPr>
        <p:spPr>
          <a:xfrm>
            <a:off x="8083296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3" name="Shape 211">
            <a:extLst>
              <a:ext uri="{FF2B5EF4-FFF2-40B4-BE49-F238E27FC236}">
                <a16:creationId xmlns:a16="http://schemas.microsoft.com/office/drawing/2014/main" id="{E793B8A6-6D58-0772-B7D9-A1F2227F524C}"/>
              </a:ext>
            </a:extLst>
          </p:cNvPr>
          <p:cNvSpPr/>
          <p:nvPr/>
        </p:nvSpPr>
        <p:spPr>
          <a:xfrm>
            <a:off x="8083296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4" name="Shape 212">
            <a:extLst>
              <a:ext uri="{FF2B5EF4-FFF2-40B4-BE49-F238E27FC236}">
                <a16:creationId xmlns:a16="http://schemas.microsoft.com/office/drawing/2014/main" id="{B653BC86-A6AE-639F-B918-BCC004FA072F}"/>
              </a:ext>
            </a:extLst>
          </p:cNvPr>
          <p:cNvSpPr/>
          <p:nvPr/>
        </p:nvSpPr>
        <p:spPr>
          <a:xfrm>
            <a:off x="8083296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5" name="Shape 213">
            <a:extLst>
              <a:ext uri="{FF2B5EF4-FFF2-40B4-BE49-F238E27FC236}">
                <a16:creationId xmlns:a16="http://schemas.microsoft.com/office/drawing/2014/main" id="{AFFC57FB-A354-DFA5-C2F5-11B1E02040C6}"/>
              </a:ext>
            </a:extLst>
          </p:cNvPr>
          <p:cNvSpPr/>
          <p:nvPr/>
        </p:nvSpPr>
        <p:spPr>
          <a:xfrm>
            <a:off x="8083296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6" name="Shape 214">
            <a:extLst>
              <a:ext uri="{FF2B5EF4-FFF2-40B4-BE49-F238E27FC236}">
                <a16:creationId xmlns:a16="http://schemas.microsoft.com/office/drawing/2014/main" id="{4876E557-2CB8-6DC4-61AC-BC59410C6B8F}"/>
              </a:ext>
            </a:extLst>
          </p:cNvPr>
          <p:cNvSpPr/>
          <p:nvPr/>
        </p:nvSpPr>
        <p:spPr>
          <a:xfrm>
            <a:off x="8083296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7" name="Shape 215">
            <a:extLst>
              <a:ext uri="{FF2B5EF4-FFF2-40B4-BE49-F238E27FC236}">
                <a16:creationId xmlns:a16="http://schemas.microsoft.com/office/drawing/2014/main" id="{6477269F-D04A-0E6E-B65C-C6B6C901FBDA}"/>
              </a:ext>
            </a:extLst>
          </p:cNvPr>
          <p:cNvSpPr/>
          <p:nvPr/>
        </p:nvSpPr>
        <p:spPr>
          <a:xfrm>
            <a:off x="8083296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8" name="Shape 216">
            <a:extLst>
              <a:ext uri="{FF2B5EF4-FFF2-40B4-BE49-F238E27FC236}">
                <a16:creationId xmlns:a16="http://schemas.microsoft.com/office/drawing/2014/main" id="{DCE3FD14-00AB-8E20-70CC-EFCF76D403CC}"/>
              </a:ext>
            </a:extLst>
          </p:cNvPr>
          <p:cNvSpPr/>
          <p:nvPr/>
        </p:nvSpPr>
        <p:spPr>
          <a:xfrm>
            <a:off x="8558784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9" name="Shape 217">
            <a:extLst>
              <a:ext uri="{FF2B5EF4-FFF2-40B4-BE49-F238E27FC236}">
                <a16:creationId xmlns:a16="http://schemas.microsoft.com/office/drawing/2014/main" id="{84A93861-3BBA-8E26-41D0-A1126A715D91}"/>
              </a:ext>
            </a:extLst>
          </p:cNvPr>
          <p:cNvSpPr/>
          <p:nvPr/>
        </p:nvSpPr>
        <p:spPr>
          <a:xfrm>
            <a:off x="8558784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0" name="Shape 218">
            <a:extLst>
              <a:ext uri="{FF2B5EF4-FFF2-40B4-BE49-F238E27FC236}">
                <a16:creationId xmlns:a16="http://schemas.microsoft.com/office/drawing/2014/main" id="{7B9DF07F-0893-4F55-D1C1-476EE0537BBE}"/>
              </a:ext>
            </a:extLst>
          </p:cNvPr>
          <p:cNvSpPr/>
          <p:nvPr/>
        </p:nvSpPr>
        <p:spPr>
          <a:xfrm>
            <a:off x="8558784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1" name="Shape 219">
            <a:extLst>
              <a:ext uri="{FF2B5EF4-FFF2-40B4-BE49-F238E27FC236}">
                <a16:creationId xmlns:a16="http://schemas.microsoft.com/office/drawing/2014/main" id="{F7F7F751-32C5-5C6D-EC3E-F5D9B86761DB}"/>
              </a:ext>
            </a:extLst>
          </p:cNvPr>
          <p:cNvSpPr/>
          <p:nvPr/>
        </p:nvSpPr>
        <p:spPr>
          <a:xfrm>
            <a:off x="8558784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2" name="Shape 220">
            <a:extLst>
              <a:ext uri="{FF2B5EF4-FFF2-40B4-BE49-F238E27FC236}">
                <a16:creationId xmlns:a16="http://schemas.microsoft.com/office/drawing/2014/main" id="{1FAAB94F-EC71-879F-09DD-DE9CC7030E0D}"/>
              </a:ext>
            </a:extLst>
          </p:cNvPr>
          <p:cNvSpPr/>
          <p:nvPr/>
        </p:nvSpPr>
        <p:spPr>
          <a:xfrm>
            <a:off x="8558784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3" name="Shape 221">
            <a:extLst>
              <a:ext uri="{FF2B5EF4-FFF2-40B4-BE49-F238E27FC236}">
                <a16:creationId xmlns:a16="http://schemas.microsoft.com/office/drawing/2014/main" id="{C9CB2690-AC2A-331C-0832-D4C533F7DFF2}"/>
              </a:ext>
            </a:extLst>
          </p:cNvPr>
          <p:cNvSpPr/>
          <p:nvPr/>
        </p:nvSpPr>
        <p:spPr>
          <a:xfrm>
            <a:off x="8558784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4" name="Shape 222">
            <a:extLst>
              <a:ext uri="{FF2B5EF4-FFF2-40B4-BE49-F238E27FC236}">
                <a16:creationId xmlns:a16="http://schemas.microsoft.com/office/drawing/2014/main" id="{3366CD45-96BB-C4C8-F76C-E9CBF22AC832}"/>
              </a:ext>
            </a:extLst>
          </p:cNvPr>
          <p:cNvSpPr/>
          <p:nvPr/>
        </p:nvSpPr>
        <p:spPr>
          <a:xfrm>
            <a:off x="8558784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5" name="Shape 223">
            <a:extLst>
              <a:ext uri="{FF2B5EF4-FFF2-40B4-BE49-F238E27FC236}">
                <a16:creationId xmlns:a16="http://schemas.microsoft.com/office/drawing/2014/main" id="{0C0FDFCF-1BB7-703B-A368-5F392AAB4F6C}"/>
              </a:ext>
            </a:extLst>
          </p:cNvPr>
          <p:cNvSpPr/>
          <p:nvPr/>
        </p:nvSpPr>
        <p:spPr>
          <a:xfrm>
            <a:off x="8558784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6" name="Shape 224">
            <a:extLst>
              <a:ext uri="{FF2B5EF4-FFF2-40B4-BE49-F238E27FC236}">
                <a16:creationId xmlns:a16="http://schemas.microsoft.com/office/drawing/2014/main" id="{DEFC1A17-138D-7262-93AC-6E5B6614E2A3}"/>
              </a:ext>
            </a:extLst>
          </p:cNvPr>
          <p:cNvSpPr/>
          <p:nvPr/>
        </p:nvSpPr>
        <p:spPr>
          <a:xfrm>
            <a:off x="8558784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7" name="Shape 225">
            <a:extLst>
              <a:ext uri="{FF2B5EF4-FFF2-40B4-BE49-F238E27FC236}">
                <a16:creationId xmlns:a16="http://schemas.microsoft.com/office/drawing/2014/main" id="{775EF3DB-E5D4-5072-AEEA-1C613E84774C}"/>
              </a:ext>
            </a:extLst>
          </p:cNvPr>
          <p:cNvSpPr/>
          <p:nvPr/>
        </p:nvSpPr>
        <p:spPr>
          <a:xfrm>
            <a:off x="8558784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8" name="Shape 226">
            <a:extLst>
              <a:ext uri="{FF2B5EF4-FFF2-40B4-BE49-F238E27FC236}">
                <a16:creationId xmlns:a16="http://schemas.microsoft.com/office/drawing/2014/main" id="{91AC639A-E87A-CE7D-F4FC-D539D6D26D1C}"/>
              </a:ext>
            </a:extLst>
          </p:cNvPr>
          <p:cNvSpPr/>
          <p:nvPr/>
        </p:nvSpPr>
        <p:spPr>
          <a:xfrm>
            <a:off x="8558784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9" name="Shape 227">
            <a:extLst>
              <a:ext uri="{FF2B5EF4-FFF2-40B4-BE49-F238E27FC236}">
                <a16:creationId xmlns:a16="http://schemas.microsoft.com/office/drawing/2014/main" id="{F5F455B2-3B08-82EC-F841-879C20F62AF8}"/>
              </a:ext>
            </a:extLst>
          </p:cNvPr>
          <p:cNvSpPr/>
          <p:nvPr/>
        </p:nvSpPr>
        <p:spPr>
          <a:xfrm>
            <a:off x="8558784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0" name="Shape 228">
            <a:extLst>
              <a:ext uri="{FF2B5EF4-FFF2-40B4-BE49-F238E27FC236}">
                <a16:creationId xmlns:a16="http://schemas.microsoft.com/office/drawing/2014/main" id="{0E6FCC6F-5CE9-A17D-5E09-D500F5D2C1EF}"/>
              </a:ext>
            </a:extLst>
          </p:cNvPr>
          <p:cNvSpPr/>
          <p:nvPr/>
        </p:nvSpPr>
        <p:spPr>
          <a:xfrm>
            <a:off x="9034272" y="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1" name="Shape 229">
            <a:extLst>
              <a:ext uri="{FF2B5EF4-FFF2-40B4-BE49-F238E27FC236}">
                <a16:creationId xmlns:a16="http://schemas.microsoft.com/office/drawing/2014/main" id="{EBE8A523-0AFB-C72A-1F87-FABE83EC06B4}"/>
              </a:ext>
            </a:extLst>
          </p:cNvPr>
          <p:cNvSpPr/>
          <p:nvPr/>
        </p:nvSpPr>
        <p:spPr>
          <a:xfrm>
            <a:off x="9034272" y="43891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2" name="Shape 230">
            <a:extLst>
              <a:ext uri="{FF2B5EF4-FFF2-40B4-BE49-F238E27FC236}">
                <a16:creationId xmlns:a16="http://schemas.microsoft.com/office/drawing/2014/main" id="{EE1DF2D0-BD2A-F45F-5E35-ECA5CCBF1644}"/>
              </a:ext>
            </a:extLst>
          </p:cNvPr>
          <p:cNvSpPr/>
          <p:nvPr/>
        </p:nvSpPr>
        <p:spPr>
          <a:xfrm>
            <a:off x="9034272" y="87782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3" name="Shape 231">
            <a:extLst>
              <a:ext uri="{FF2B5EF4-FFF2-40B4-BE49-F238E27FC236}">
                <a16:creationId xmlns:a16="http://schemas.microsoft.com/office/drawing/2014/main" id="{6EE77306-D739-85AF-17A1-4C90417FFF65}"/>
              </a:ext>
            </a:extLst>
          </p:cNvPr>
          <p:cNvSpPr/>
          <p:nvPr/>
        </p:nvSpPr>
        <p:spPr>
          <a:xfrm>
            <a:off x="9034272" y="131673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4" name="Shape 232">
            <a:extLst>
              <a:ext uri="{FF2B5EF4-FFF2-40B4-BE49-F238E27FC236}">
                <a16:creationId xmlns:a16="http://schemas.microsoft.com/office/drawing/2014/main" id="{B7471A12-6FB9-5DA1-8031-A513A4FDF352}"/>
              </a:ext>
            </a:extLst>
          </p:cNvPr>
          <p:cNvSpPr/>
          <p:nvPr/>
        </p:nvSpPr>
        <p:spPr>
          <a:xfrm>
            <a:off x="9034272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5" name="Shape 233">
            <a:extLst>
              <a:ext uri="{FF2B5EF4-FFF2-40B4-BE49-F238E27FC236}">
                <a16:creationId xmlns:a16="http://schemas.microsoft.com/office/drawing/2014/main" id="{2DE21E57-90E2-FACA-9606-C252BFDBC717}"/>
              </a:ext>
            </a:extLst>
          </p:cNvPr>
          <p:cNvSpPr/>
          <p:nvPr/>
        </p:nvSpPr>
        <p:spPr>
          <a:xfrm>
            <a:off x="9034272" y="219456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6" name="Shape 234">
            <a:extLst>
              <a:ext uri="{FF2B5EF4-FFF2-40B4-BE49-F238E27FC236}">
                <a16:creationId xmlns:a16="http://schemas.microsoft.com/office/drawing/2014/main" id="{352C542B-0976-13B4-A89F-058ED9286A24}"/>
              </a:ext>
            </a:extLst>
          </p:cNvPr>
          <p:cNvSpPr/>
          <p:nvPr/>
        </p:nvSpPr>
        <p:spPr>
          <a:xfrm>
            <a:off x="9034272" y="263347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7" name="Shape 235">
            <a:extLst>
              <a:ext uri="{FF2B5EF4-FFF2-40B4-BE49-F238E27FC236}">
                <a16:creationId xmlns:a16="http://schemas.microsoft.com/office/drawing/2014/main" id="{B23DCF29-2447-C928-6A2C-7B087D993B7C}"/>
              </a:ext>
            </a:extLst>
          </p:cNvPr>
          <p:cNvSpPr/>
          <p:nvPr/>
        </p:nvSpPr>
        <p:spPr>
          <a:xfrm>
            <a:off x="9034272" y="3072384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8" name="Shape 236">
            <a:extLst>
              <a:ext uri="{FF2B5EF4-FFF2-40B4-BE49-F238E27FC236}">
                <a16:creationId xmlns:a16="http://schemas.microsoft.com/office/drawing/2014/main" id="{384EB43E-B11C-CD1B-23D4-C60B305B4B58}"/>
              </a:ext>
            </a:extLst>
          </p:cNvPr>
          <p:cNvSpPr/>
          <p:nvPr/>
        </p:nvSpPr>
        <p:spPr>
          <a:xfrm>
            <a:off x="9034272" y="3511296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9" name="Shape 237">
            <a:extLst>
              <a:ext uri="{FF2B5EF4-FFF2-40B4-BE49-F238E27FC236}">
                <a16:creationId xmlns:a16="http://schemas.microsoft.com/office/drawing/2014/main" id="{6D3431DA-2274-6748-1483-5366C660290C}"/>
              </a:ext>
            </a:extLst>
          </p:cNvPr>
          <p:cNvSpPr/>
          <p:nvPr/>
        </p:nvSpPr>
        <p:spPr>
          <a:xfrm>
            <a:off x="9034272" y="395020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0" name="Shape 238">
            <a:extLst>
              <a:ext uri="{FF2B5EF4-FFF2-40B4-BE49-F238E27FC236}">
                <a16:creationId xmlns:a16="http://schemas.microsoft.com/office/drawing/2014/main" id="{D731CB9D-FA24-B3BD-2EA5-3C0B5FD6BE17}"/>
              </a:ext>
            </a:extLst>
          </p:cNvPr>
          <p:cNvSpPr/>
          <p:nvPr/>
        </p:nvSpPr>
        <p:spPr>
          <a:xfrm>
            <a:off x="9034272" y="4389120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1" name="Shape 239">
            <a:extLst>
              <a:ext uri="{FF2B5EF4-FFF2-40B4-BE49-F238E27FC236}">
                <a16:creationId xmlns:a16="http://schemas.microsoft.com/office/drawing/2014/main" id="{B7894F32-7BCB-6113-7F09-5516DC0FC6B0}"/>
              </a:ext>
            </a:extLst>
          </p:cNvPr>
          <p:cNvSpPr/>
          <p:nvPr/>
        </p:nvSpPr>
        <p:spPr>
          <a:xfrm>
            <a:off x="9034272" y="4828032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2" name="Shape 240">
            <a:extLst>
              <a:ext uri="{FF2B5EF4-FFF2-40B4-BE49-F238E27FC236}">
                <a16:creationId xmlns:a16="http://schemas.microsoft.com/office/drawing/2014/main" id="{2A0693FD-AAE4-AF2C-71D6-0EFCD04A044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44" name="Text 242">
            <a:extLst>
              <a:ext uri="{FF2B5EF4-FFF2-40B4-BE49-F238E27FC236}">
                <a16:creationId xmlns:a16="http://schemas.microsoft.com/office/drawing/2014/main" id="{96AE1698-3514-1569-6357-D036AF8B4452}"/>
              </a:ext>
            </a:extLst>
          </p:cNvPr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Impact" pitchFamily="34" charset="0"/>
              </a:rPr>
              <a:t>TEAM : THREE MEMBERS</a:t>
            </a:r>
            <a:endParaRPr lang="en-US" sz="3200" dirty="0"/>
          </a:p>
        </p:txBody>
      </p:sp>
      <p:sp>
        <p:nvSpPr>
          <p:cNvPr id="293" name="Shape 170">
            <a:extLst>
              <a:ext uri="{FF2B5EF4-FFF2-40B4-BE49-F238E27FC236}">
                <a16:creationId xmlns:a16="http://schemas.microsoft.com/office/drawing/2014/main" id="{43EB2E9A-E095-7BBB-C5A0-B306F14BF501}"/>
              </a:ext>
            </a:extLst>
          </p:cNvPr>
          <p:cNvSpPr/>
          <p:nvPr/>
        </p:nvSpPr>
        <p:spPr>
          <a:xfrm>
            <a:off x="457200" y="175564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4" name="Shape 170">
            <a:extLst>
              <a:ext uri="{FF2B5EF4-FFF2-40B4-BE49-F238E27FC236}">
                <a16:creationId xmlns:a16="http://schemas.microsoft.com/office/drawing/2014/main" id="{F0EE1D32-FE79-EC02-2937-2DB69DBD4A78}"/>
              </a:ext>
            </a:extLst>
          </p:cNvPr>
          <p:cNvSpPr/>
          <p:nvPr/>
        </p:nvSpPr>
        <p:spPr>
          <a:xfrm>
            <a:off x="438912" y="2199718"/>
            <a:ext cx="36576" cy="36576"/>
          </a:xfrm>
          <a:prstGeom prst="ellipse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pic>
        <p:nvPicPr>
          <p:cNvPr id="297" name="Picture 296">
            <a:extLst>
              <a:ext uri="{FF2B5EF4-FFF2-40B4-BE49-F238E27FC236}">
                <a16:creationId xmlns:a16="http://schemas.microsoft.com/office/drawing/2014/main" id="{B3A222D0-AFAF-FF8A-AC14-E0CAF035A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724" y="1640984"/>
            <a:ext cx="1720407" cy="723104"/>
          </a:xfrm>
          <a:prstGeom prst="rect">
            <a:avLst/>
          </a:pr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FA2F7982-9B2D-C2F2-E42F-CBEA475A4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724" y="2509664"/>
            <a:ext cx="1720407" cy="723104"/>
          </a:xfrm>
          <a:prstGeom prst="rect">
            <a:avLst/>
          </a:prstGeom>
        </p:spPr>
      </p:pic>
      <p:pic>
        <p:nvPicPr>
          <p:cNvPr id="299" name="Picture 298">
            <a:extLst>
              <a:ext uri="{FF2B5EF4-FFF2-40B4-BE49-F238E27FC236}">
                <a16:creationId xmlns:a16="http://schemas.microsoft.com/office/drawing/2014/main" id="{F3AB5652-5832-4F5C-B7DB-4CA6E58FB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724" y="3407215"/>
            <a:ext cx="1720407" cy="723104"/>
          </a:xfrm>
          <a:prstGeom prst="rect">
            <a:avLst/>
          </a:prstGeom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0B89C9B7-2030-5F63-A17C-3E4CB62AC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724" y="1631840"/>
            <a:ext cx="1720407" cy="723104"/>
          </a:xfrm>
          <a:prstGeom prst="rect">
            <a:avLst/>
          </a:prstGeom>
        </p:spPr>
      </p:pic>
      <p:pic>
        <p:nvPicPr>
          <p:cNvPr id="301" name="Picture 300">
            <a:extLst>
              <a:ext uri="{FF2B5EF4-FFF2-40B4-BE49-F238E27FC236}">
                <a16:creationId xmlns:a16="http://schemas.microsoft.com/office/drawing/2014/main" id="{8DE83150-AAF6-5523-7560-4FD92C8E6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724" y="2509664"/>
            <a:ext cx="1720407" cy="723104"/>
          </a:xfrm>
          <a:prstGeom prst="rect">
            <a:avLst/>
          </a:prstGeom>
        </p:spPr>
      </p:pic>
      <p:pic>
        <p:nvPicPr>
          <p:cNvPr id="303" name="Picture 302">
            <a:extLst>
              <a:ext uri="{FF2B5EF4-FFF2-40B4-BE49-F238E27FC236}">
                <a16:creationId xmlns:a16="http://schemas.microsoft.com/office/drawing/2014/main" id="{850D7C31-7405-A30E-795B-504138B1B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24" y="1640984"/>
            <a:ext cx="1720407" cy="723104"/>
          </a:xfrm>
          <a:prstGeom prst="rect">
            <a:avLst/>
          </a:prstGeom>
        </p:spPr>
      </p:pic>
      <p:pic>
        <p:nvPicPr>
          <p:cNvPr id="304" name="Picture 303">
            <a:extLst>
              <a:ext uri="{FF2B5EF4-FFF2-40B4-BE49-F238E27FC236}">
                <a16:creationId xmlns:a16="http://schemas.microsoft.com/office/drawing/2014/main" id="{E3357D71-A6D5-B5E6-825E-A01A4E869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24" y="2509664"/>
            <a:ext cx="1720407" cy="72310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75BD3C7-9A0E-6E74-6462-F4825EF468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2"/>
          <a:stretch>
            <a:fillRect/>
          </a:stretch>
        </p:blipFill>
        <p:spPr bwMode="auto">
          <a:xfrm>
            <a:off x="992554" y="1376207"/>
            <a:ext cx="2228140" cy="286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7735CFB-80F2-70F1-A213-5E55FB89D9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24" r="58101"/>
          <a:stretch>
            <a:fillRect/>
          </a:stretch>
        </p:blipFill>
        <p:spPr bwMode="auto">
          <a:xfrm>
            <a:off x="3443107" y="1370814"/>
            <a:ext cx="2267318" cy="286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586B9B4-35DF-23FA-AD88-B7D7F84B28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85" r="19600"/>
          <a:stretch>
            <a:fillRect/>
          </a:stretch>
        </p:blipFill>
        <p:spPr bwMode="auto">
          <a:xfrm>
            <a:off x="5928924" y="1376484"/>
            <a:ext cx="2314392" cy="290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Picture 306">
            <a:extLst>
              <a:ext uri="{FF2B5EF4-FFF2-40B4-BE49-F238E27FC236}">
                <a16:creationId xmlns:a16="http://schemas.microsoft.com/office/drawing/2014/main" id="{BD445BE4-2C7A-BF8D-EBCC-5E04BB341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3508816"/>
            <a:ext cx="1791646" cy="440818"/>
          </a:xfrm>
          <a:prstGeom prst="rect">
            <a:avLst/>
          </a:prstGeom>
        </p:spPr>
      </p:pic>
      <p:sp>
        <p:nvSpPr>
          <p:cNvPr id="277" name="Text 275">
            <a:extLst>
              <a:ext uri="{FF2B5EF4-FFF2-40B4-BE49-F238E27FC236}">
                <a16:creationId xmlns:a16="http://schemas.microsoft.com/office/drawing/2014/main" id="{16F69444-F8AB-22C2-5195-40FAFD013B6C}"/>
              </a:ext>
            </a:extLst>
          </p:cNvPr>
          <p:cNvSpPr/>
          <p:nvPr/>
        </p:nvSpPr>
        <p:spPr>
          <a:xfrm>
            <a:off x="1249879" y="3547872"/>
            <a:ext cx="1791647" cy="582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  <a:t>Team Leader :</a:t>
            </a:r>
            <a:b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</a:br>
            <a: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  <a:t>Zian Rajeshkumar Surani</a:t>
            </a:r>
          </a:p>
          <a:p>
            <a:pPr algn="ctr"/>
            <a:endParaRPr lang="en-US" sz="1000" dirty="0">
              <a:solidFill>
                <a:srgbClr val="94A3B8"/>
              </a:solidFill>
              <a:latin typeface="Copperplate Gothic Bold" panose="020E0705020206020404" pitchFamily="34" charset="0"/>
              <a:cs typeface="Arial" pitchFamily="34" charset="-120"/>
            </a:endParaRPr>
          </a:p>
          <a:p>
            <a:pPr algn="ctr"/>
            <a: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  <a:t>Backend </a:t>
            </a:r>
          </a:p>
        </p:txBody>
      </p:sp>
      <p:pic>
        <p:nvPicPr>
          <p:cNvPr id="308" name="Picture 307">
            <a:extLst>
              <a:ext uri="{FF2B5EF4-FFF2-40B4-BE49-F238E27FC236}">
                <a16:creationId xmlns:a16="http://schemas.microsoft.com/office/drawing/2014/main" id="{BA8DFDDC-B54D-5E0E-2E24-28FC593F6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094" y="3380333"/>
            <a:ext cx="1923377" cy="510655"/>
          </a:xfrm>
          <a:prstGeom prst="rect">
            <a:avLst/>
          </a:prstGeom>
        </p:spPr>
      </p:pic>
      <p:sp>
        <p:nvSpPr>
          <p:cNvPr id="310" name="Text 275">
            <a:extLst>
              <a:ext uri="{FF2B5EF4-FFF2-40B4-BE49-F238E27FC236}">
                <a16:creationId xmlns:a16="http://schemas.microsoft.com/office/drawing/2014/main" id="{4356D9D7-29FF-E9F8-2EC6-E035A373C8C4}"/>
              </a:ext>
            </a:extLst>
          </p:cNvPr>
          <p:cNvSpPr/>
          <p:nvPr/>
        </p:nvSpPr>
        <p:spPr>
          <a:xfrm>
            <a:off x="3609738" y="3525536"/>
            <a:ext cx="1924524" cy="582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  <a:t>Team Member 1:</a:t>
            </a:r>
            <a:b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</a:br>
            <a: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  <a:t>Sidharth P Nair</a:t>
            </a:r>
          </a:p>
          <a:p>
            <a:pPr algn="ctr"/>
            <a:endParaRPr lang="en-US" sz="1000" dirty="0">
              <a:solidFill>
                <a:srgbClr val="94A3B8"/>
              </a:solidFill>
              <a:latin typeface="Copperplate Gothic Bold" panose="020E0705020206020404" pitchFamily="34" charset="0"/>
              <a:cs typeface="Arial" pitchFamily="34" charset="-120"/>
            </a:endParaRPr>
          </a:p>
          <a:p>
            <a:pPr algn="ctr"/>
            <a: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  <a:t>Data Bricks Integration </a:t>
            </a:r>
          </a:p>
        </p:txBody>
      </p:sp>
      <p:pic>
        <p:nvPicPr>
          <p:cNvPr id="311" name="Picture 310">
            <a:extLst>
              <a:ext uri="{FF2B5EF4-FFF2-40B4-BE49-F238E27FC236}">
                <a16:creationId xmlns:a16="http://schemas.microsoft.com/office/drawing/2014/main" id="{1CAC9B54-86EC-07D9-B532-A91049704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508816"/>
            <a:ext cx="1797545" cy="477247"/>
          </a:xfrm>
          <a:prstGeom prst="rect">
            <a:avLst/>
          </a:prstGeom>
        </p:spPr>
      </p:pic>
      <p:sp>
        <p:nvSpPr>
          <p:cNvPr id="312" name="Text 275">
            <a:extLst>
              <a:ext uri="{FF2B5EF4-FFF2-40B4-BE49-F238E27FC236}">
                <a16:creationId xmlns:a16="http://schemas.microsoft.com/office/drawing/2014/main" id="{7070AD8B-F1B6-B31A-B9B4-E218183F9211}"/>
              </a:ext>
            </a:extLst>
          </p:cNvPr>
          <p:cNvSpPr/>
          <p:nvPr/>
        </p:nvSpPr>
        <p:spPr>
          <a:xfrm>
            <a:off x="6147816" y="3525536"/>
            <a:ext cx="1924524" cy="582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  <a:t>Team Member 2:</a:t>
            </a:r>
            <a:b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</a:br>
            <a: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  <a:t>Ayush Thakur</a:t>
            </a:r>
          </a:p>
          <a:p>
            <a:pPr algn="ctr"/>
            <a:endParaRPr lang="en-US" sz="1000" dirty="0">
              <a:solidFill>
                <a:srgbClr val="94A3B8"/>
              </a:solidFill>
              <a:latin typeface="Copperplate Gothic Bold" panose="020E0705020206020404" pitchFamily="34" charset="0"/>
              <a:cs typeface="Arial" pitchFamily="34" charset="-120"/>
            </a:endParaRPr>
          </a:p>
          <a:p>
            <a:pPr algn="ctr"/>
            <a:r>
              <a:rPr lang="en-US" sz="1000" dirty="0">
                <a:solidFill>
                  <a:srgbClr val="94A3B8"/>
                </a:solidFill>
                <a:latin typeface="Copperplate Gothic Bold" panose="020E0705020206020404" pitchFamily="34" charset="0"/>
                <a:cs typeface="Arial" pitchFamily="34" charset="-120"/>
              </a:rPr>
              <a:t>UI/UX, Frontend</a:t>
            </a:r>
          </a:p>
        </p:txBody>
      </p:sp>
      <p:pic>
        <p:nvPicPr>
          <p:cNvPr id="314" name="Picture 313">
            <a:extLst>
              <a:ext uri="{FF2B5EF4-FFF2-40B4-BE49-F238E27FC236}">
                <a16:creationId xmlns:a16="http://schemas.microsoft.com/office/drawing/2014/main" id="{1361DF44-C2D3-9B2B-31FC-B84BCD6393B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8160" b="26567"/>
          <a:stretch>
            <a:fillRect/>
          </a:stretch>
        </p:blipFill>
        <p:spPr>
          <a:xfrm>
            <a:off x="8619744" y="4439411"/>
            <a:ext cx="379476" cy="365761"/>
          </a:xfrm>
          <a:prstGeom prst="rect">
            <a:avLst/>
          </a:prstGeom>
        </p:spPr>
      </p:pic>
      <p:sp>
        <p:nvSpPr>
          <p:cNvPr id="316" name="Shape 267">
            <a:extLst>
              <a:ext uri="{FF2B5EF4-FFF2-40B4-BE49-F238E27FC236}">
                <a16:creationId xmlns:a16="http://schemas.microsoft.com/office/drawing/2014/main" id="{ECEEAE50-CD66-2441-B07B-E67FF713CC12}"/>
              </a:ext>
            </a:extLst>
          </p:cNvPr>
          <p:cNvSpPr/>
          <p:nvPr/>
        </p:nvSpPr>
        <p:spPr>
          <a:xfrm>
            <a:off x="3840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7" name="Shape 268">
            <a:extLst>
              <a:ext uri="{FF2B5EF4-FFF2-40B4-BE49-F238E27FC236}">
                <a16:creationId xmlns:a16="http://schemas.microsoft.com/office/drawing/2014/main" id="{F690A76A-6B62-2013-E2AF-2F5AA6C57D35}"/>
              </a:ext>
            </a:extLst>
          </p:cNvPr>
          <p:cNvSpPr/>
          <p:nvPr/>
        </p:nvSpPr>
        <p:spPr>
          <a:xfrm>
            <a:off x="5212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8" name="Shape 269">
            <a:extLst>
              <a:ext uri="{FF2B5EF4-FFF2-40B4-BE49-F238E27FC236}">
                <a16:creationId xmlns:a16="http://schemas.microsoft.com/office/drawing/2014/main" id="{85C64752-5903-96A3-D73E-37A3EB6078BA}"/>
              </a:ext>
            </a:extLst>
          </p:cNvPr>
          <p:cNvSpPr/>
          <p:nvPr/>
        </p:nvSpPr>
        <p:spPr>
          <a:xfrm>
            <a:off x="6583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19" name="Shape 270">
            <a:extLst>
              <a:ext uri="{FF2B5EF4-FFF2-40B4-BE49-F238E27FC236}">
                <a16:creationId xmlns:a16="http://schemas.microsoft.com/office/drawing/2014/main" id="{4D893B3B-38C9-6DE4-7EC7-9CDA5DFEFF34}"/>
              </a:ext>
            </a:extLst>
          </p:cNvPr>
          <p:cNvSpPr/>
          <p:nvPr/>
        </p:nvSpPr>
        <p:spPr>
          <a:xfrm>
            <a:off x="7955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24" name="Shape 271">
            <a:extLst>
              <a:ext uri="{FF2B5EF4-FFF2-40B4-BE49-F238E27FC236}">
                <a16:creationId xmlns:a16="http://schemas.microsoft.com/office/drawing/2014/main" id="{5578DA0B-8EEB-9978-7CD7-54CB28FA141A}"/>
              </a:ext>
            </a:extLst>
          </p:cNvPr>
          <p:cNvSpPr/>
          <p:nvPr/>
        </p:nvSpPr>
        <p:spPr>
          <a:xfrm>
            <a:off x="9326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25" name="Shape 272">
            <a:extLst>
              <a:ext uri="{FF2B5EF4-FFF2-40B4-BE49-F238E27FC236}">
                <a16:creationId xmlns:a16="http://schemas.microsoft.com/office/drawing/2014/main" id="{0B7F81FA-8633-4985-CC05-371DDBD59B9B}"/>
              </a:ext>
            </a:extLst>
          </p:cNvPr>
          <p:cNvSpPr/>
          <p:nvPr/>
        </p:nvSpPr>
        <p:spPr>
          <a:xfrm>
            <a:off x="10698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27" name="Shape 273">
            <a:extLst>
              <a:ext uri="{FF2B5EF4-FFF2-40B4-BE49-F238E27FC236}">
                <a16:creationId xmlns:a16="http://schemas.microsoft.com/office/drawing/2014/main" id="{1FB789A4-CAC1-85FD-88A8-00F8A6AE235F}"/>
              </a:ext>
            </a:extLst>
          </p:cNvPr>
          <p:cNvSpPr/>
          <p:nvPr/>
        </p:nvSpPr>
        <p:spPr>
          <a:xfrm>
            <a:off x="12070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29" name="Shape 274">
            <a:extLst>
              <a:ext uri="{FF2B5EF4-FFF2-40B4-BE49-F238E27FC236}">
                <a16:creationId xmlns:a16="http://schemas.microsoft.com/office/drawing/2014/main" id="{8922DA73-951F-EE93-7042-9319A6CA0A39}"/>
              </a:ext>
            </a:extLst>
          </p:cNvPr>
          <p:cNvSpPr/>
          <p:nvPr/>
        </p:nvSpPr>
        <p:spPr>
          <a:xfrm>
            <a:off x="13441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31" name="Shape 275">
            <a:extLst>
              <a:ext uri="{FF2B5EF4-FFF2-40B4-BE49-F238E27FC236}">
                <a16:creationId xmlns:a16="http://schemas.microsoft.com/office/drawing/2014/main" id="{0DA9BCB6-2292-6D9D-1465-6EC0F5119823}"/>
              </a:ext>
            </a:extLst>
          </p:cNvPr>
          <p:cNvSpPr/>
          <p:nvPr/>
        </p:nvSpPr>
        <p:spPr>
          <a:xfrm>
            <a:off x="14813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32" name="Shape 276">
            <a:extLst>
              <a:ext uri="{FF2B5EF4-FFF2-40B4-BE49-F238E27FC236}">
                <a16:creationId xmlns:a16="http://schemas.microsoft.com/office/drawing/2014/main" id="{64F4642B-9C7B-CCE9-1F3C-75C981090AA7}"/>
              </a:ext>
            </a:extLst>
          </p:cNvPr>
          <p:cNvSpPr/>
          <p:nvPr/>
        </p:nvSpPr>
        <p:spPr>
          <a:xfrm>
            <a:off x="16184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33" name="Shape 277">
            <a:extLst>
              <a:ext uri="{FF2B5EF4-FFF2-40B4-BE49-F238E27FC236}">
                <a16:creationId xmlns:a16="http://schemas.microsoft.com/office/drawing/2014/main" id="{CD0BA824-47D3-A557-EFD4-35D62C7694A8}"/>
              </a:ext>
            </a:extLst>
          </p:cNvPr>
          <p:cNvSpPr/>
          <p:nvPr/>
        </p:nvSpPr>
        <p:spPr>
          <a:xfrm>
            <a:off x="17556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34" name="Shape 278">
            <a:extLst>
              <a:ext uri="{FF2B5EF4-FFF2-40B4-BE49-F238E27FC236}">
                <a16:creationId xmlns:a16="http://schemas.microsoft.com/office/drawing/2014/main" id="{CC16D199-EB87-EB09-1A8B-D0FE64F719D4}"/>
              </a:ext>
            </a:extLst>
          </p:cNvPr>
          <p:cNvSpPr/>
          <p:nvPr/>
        </p:nvSpPr>
        <p:spPr>
          <a:xfrm>
            <a:off x="18928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35" name="Shape 279">
            <a:extLst>
              <a:ext uri="{FF2B5EF4-FFF2-40B4-BE49-F238E27FC236}">
                <a16:creationId xmlns:a16="http://schemas.microsoft.com/office/drawing/2014/main" id="{09A850F9-B107-985B-ACC9-7CBAA11B4E21}"/>
              </a:ext>
            </a:extLst>
          </p:cNvPr>
          <p:cNvSpPr/>
          <p:nvPr/>
        </p:nvSpPr>
        <p:spPr>
          <a:xfrm>
            <a:off x="20299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36" name="Shape 280">
            <a:extLst>
              <a:ext uri="{FF2B5EF4-FFF2-40B4-BE49-F238E27FC236}">
                <a16:creationId xmlns:a16="http://schemas.microsoft.com/office/drawing/2014/main" id="{9802FCF0-9743-D062-4D1F-ED23746074B4}"/>
              </a:ext>
            </a:extLst>
          </p:cNvPr>
          <p:cNvSpPr/>
          <p:nvPr/>
        </p:nvSpPr>
        <p:spPr>
          <a:xfrm>
            <a:off x="21671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37" name="Shape 281">
            <a:extLst>
              <a:ext uri="{FF2B5EF4-FFF2-40B4-BE49-F238E27FC236}">
                <a16:creationId xmlns:a16="http://schemas.microsoft.com/office/drawing/2014/main" id="{3BE2DD89-62CE-A64F-6176-865F5104B5A6}"/>
              </a:ext>
            </a:extLst>
          </p:cNvPr>
          <p:cNvSpPr/>
          <p:nvPr/>
        </p:nvSpPr>
        <p:spPr>
          <a:xfrm>
            <a:off x="23042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38" name="Shape 282">
            <a:extLst>
              <a:ext uri="{FF2B5EF4-FFF2-40B4-BE49-F238E27FC236}">
                <a16:creationId xmlns:a16="http://schemas.microsoft.com/office/drawing/2014/main" id="{0E0E42DA-0BE3-14A0-A16B-AB84EF357E24}"/>
              </a:ext>
            </a:extLst>
          </p:cNvPr>
          <p:cNvSpPr/>
          <p:nvPr/>
        </p:nvSpPr>
        <p:spPr>
          <a:xfrm>
            <a:off x="24414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39" name="Shape 283">
            <a:extLst>
              <a:ext uri="{FF2B5EF4-FFF2-40B4-BE49-F238E27FC236}">
                <a16:creationId xmlns:a16="http://schemas.microsoft.com/office/drawing/2014/main" id="{509BD3F9-8058-3303-406B-5C1CD4520B40}"/>
              </a:ext>
            </a:extLst>
          </p:cNvPr>
          <p:cNvSpPr/>
          <p:nvPr/>
        </p:nvSpPr>
        <p:spPr>
          <a:xfrm>
            <a:off x="25786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40" name="Shape 284">
            <a:extLst>
              <a:ext uri="{FF2B5EF4-FFF2-40B4-BE49-F238E27FC236}">
                <a16:creationId xmlns:a16="http://schemas.microsoft.com/office/drawing/2014/main" id="{083B13D6-5D52-1B0F-C9AA-1BC6A0C10BF0}"/>
              </a:ext>
            </a:extLst>
          </p:cNvPr>
          <p:cNvSpPr/>
          <p:nvPr/>
        </p:nvSpPr>
        <p:spPr>
          <a:xfrm>
            <a:off x="27157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41" name="Shape 285">
            <a:extLst>
              <a:ext uri="{FF2B5EF4-FFF2-40B4-BE49-F238E27FC236}">
                <a16:creationId xmlns:a16="http://schemas.microsoft.com/office/drawing/2014/main" id="{91A25664-CD31-088B-8A49-107C48300D96}"/>
              </a:ext>
            </a:extLst>
          </p:cNvPr>
          <p:cNvSpPr/>
          <p:nvPr/>
        </p:nvSpPr>
        <p:spPr>
          <a:xfrm>
            <a:off x="28529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42" name="Shape 286">
            <a:extLst>
              <a:ext uri="{FF2B5EF4-FFF2-40B4-BE49-F238E27FC236}">
                <a16:creationId xmlns:a16="http://schemas.microsoft.com/office/drawing/2014/main" id="{D2FAC9FE-A3CD-7104-F39E-C809B71B2B93}"/>
              </a:ext>
            </a:extLst>
          </p:cNvPr>
          <p:cNvSpPr/>
          <p:nvPr/>
        </p:nvSpPr>
        <p:spPr>
          <a:xfrm>
            <a:off x="29900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43" name="Shape 287">
            <a:extLst>
              <a:ext uri="{FF2B5EF4-FFF2-40B4-BE49-F238E27FC236}">
                <a16:creationId xmlns:a16="http://schemas.microsoft.com/office/drawing/2014/main" id="{494C08E3-015C-3B7E-6676-717A351795E5}"/>
              </a:ext>
            </a:extLst>
          </p:cNvPr>
          <p:cNvSpPr/>
          <p:nvPr/>
        </p:nvSpPr>
        <p:spPr>
          <a:xfrm>
            <a:off x="31272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44" name="Shape 288">
            <a:extLst>
              <a:ext uri="{FF2B5EF4-FFF2-40B4-BE49-F238E27FC236}">
                <a16:creationId xmlns:a16="http://schemas.microsoft.com/office/drawing/2014/main" id="{AD8200C8-69CC-2554-238A-7B6EAFE21330}"/>
              </a:ext>
            </a:extLst>
          </p:cNvPr>
          <p:cNvSpPr/>
          <p:nvPr/>
        </p:nvSpPr>
        <p:spPr>
          <a:xfrm>
            <a:off x="32644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45" name="Shape 289">
            <a:extLst>
              <a:ext uri="{FF2B5EF4-FFF2-40B4-BE49-F238E27FC236}">
                <a16:creationId xmlns:a16="http://schemas.microsoft.com/office/drawing/2014/main" id="{9A5BF040-C8E7-C5BD-08B3-359FCAC4CEE1}"/>
              </a:ext>
            </a:extLst>
          </p:cNvPr>
          <p:cNvSpPr/>
          <p:nvPr/>
        </p:nvSpPr>
        <p:spPr>
          <a:xfrm>
            <a:off x="34015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46" name="Shape 290">
            <a:extLst>
              <a:ext uri="{FF2B5EF4-FFF2-40B4-BE49-F238E27FC236}">
                <a16:creationId xmlns:a16="http://schemas.microsoft.com/office/drawing/2014/main" id="{3A5A75F2-1146-A208-C472-55BE464605CA}"/>
              </a:ext>
            </a:extLst>
          </p:cNvPr>
          <p:cNvSpPr/>
          <p:nvPr/>
        </p:nvSpPr>
        <p:spPr>
          <a:xfrm>
            <a:off x="35387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47" name="Shape 291">
            <a:extLst>
              <a:ext uri="{FF2B5EF4-FFF2-40B4-BE49-F238E27FC236}">
                <a16:creationId xmlns:a16="http://schemas.microsoft.com/office/drawing/2014/main" id="{805ABA1F-DA61-2729-3EAF-A94F0975FEBA}"/>
              </a:ext>
            </a:extLst>
          </p:cNvPr>
          <p:cNvSpPr/>
          <p:nvPr/>
        </p:nvSpPr>
        <p:spPr>
          <a:xfrm>
            <a:off x="36758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48" name="Shape 292">
            <a:extLst>
              <a:ext uri="{FF2B5EF4-FFF2-40B4-BE49-F238E27FC236}">
                <a16:creationId xmlns:a16="http://schemas.microsoft.com/office/drawing/2014/main" id="{194CECEA-EF38-FC87-BE6E-4F2B7A21044A}"/>
              </a:ext>
            </a:extLst>
          </p:cNvPr>
          <p:cNvSpPr/>
          <p:nvPr/>
        </p:nvSpPr>
        <p:spPr>
          <a:xfrm>
            <a:off x="38130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49" name="Shape 293">
            <a:extLst>
              <a:ext uri="{FF2B5EF4-FFF2-40B4-BE49-F238E27FC236}">
                <a16:creationId xmlns:a16="http://schemas.microsoft.com/office/drawing/2014/main" id="{DCF01A30-0A4B-DF74-639B-56606A4AC68C}"/>
              </a:ext>
            </a:extLst>
          </p:cNvPr>
          <p:cNvSpPr/>
          <p:nvPr/>
        </p:nvSpPr>
        <p:spPr>
          <a:xfrm>
            <a:off x="39502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50" name="Shape 294">
            <a:extLst>
              <a:ext uri="{FF2B5EF4-FFF2-40B4-BE49-F238E27FC236}">
                <a16:creationId xmlns:a16="http://schemas.microsoft.com/office/drawing/2014/main" id="{7E67D2CA-8706-03D3-C571-ECECA4ED146F}"/>
              </a:ext>
            </a:extLst>
          </p:cNvPr>
          <p:cNvSpPr/>
          <p:nvPr/>
        </p:nvSpPr>
        <p:spPr>
          <a:xfrm>
            <a:off x="40873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51" name="Shape 295">
            <a:extLst>
              <a:ext uri="{FF2B5EF4-FFF2-40B4-BE49-F238E27FC236}">
                <a16:creationId xmlns:a16="http://schemas.microsoft.com/office/drawing/2014/main" id="{3597AB9B-B24A-7951-4DD7-DC694B55EDBC}"/>
              </a:ext>
            </a:extLst>
          </p:cNvPr>
          <p:cNvSpPr/>
          <p:nvPr/>
        </p:nvSpPr>
        <p:spPr>
          <a:xfrm>
            <a:off x="42245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52" name="Shape 296">
            <a:extLst>
              <a:ext uri="{FF2B5EF4-FFF2-40B4-BE49-F238E27FC236}">
                <a16:creationId xmlns:a16="http://schemas.microsoft.com/office/drawing/2014/main" id="{814B943B-C868-6760-6EF0-64DB8802CD1E}"/>
              </a:ext>
            </a:extLst>
          </p:cNvPr>
          <p:cNvSpPr/>
          <p:nvPr/>
        </p:nvSpPr>
        <p:spPr>
          <a:xfrm>
            <a:off x="43616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53" name="Shape 297">
            <a:extLst>
              <a:ext uri="{FF2B5EF4-FFF2-40B4-BE49-F238E27FC236}">
                <a16:creationId xmlns:a16="http://schemas.microsoft.com/office/drawing/2014/main" id="{90BEFE1D-AD76-5090-FD90-EE356BC58BF7}"/>
              </a:ext>
            </a:extLst>
          </p:cNvPr>
          <p:cNvSpPr/>
          <p:nvPr/>
        </p:nvSpPr>
        <p:spPr>
          <a:xfrm>
            <a:off x="44988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54" name="Shape 298">
            <a:extLst>
              <a:ext uri="{FF2B5EF4-FFF2-40B4-BE49-F238E27FC236}">
                <a16:creationId xmlns:a16="http://schemas.microsoft.com/office/drawing/2014/main" id="{DF4F712F-2729-621D-107E-9CE0AB359388}"/>
              </a:ext>
            </a:extLst>
          </p:cNvPr>
          <p:cNvSpPr/>
          <p:nvPr/>
        </p:nvSpPr>
        <p:spPr>
          <a:xfrm>
            <a:off x="46360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55" name="Shape 299">
            <a:extLst>
              <a:ext uri="{FF2B5EF4-FFF2-40B4-BE49-F238E27FC236}">
                <a16:creationId xmlns:a16="http://schemas.microsoft.com/office/drawing/2014/main" id="{54AC0DB5-5CA7-E5A2-0F18-A869DC0DE9D7}"/>
              </a:ext>
            </a:extLst>
          </p:cNvPr>
          <p:cNvSpPr/>
          <p:nvPr/>
        </p:nvSpPr>
        <p:spPr>
          <a:xfrm>
            <a:off x="47731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56" name="Shape 300">
            <a:extLst>
              <a:ext uri="{FF2B5EF4-FFF2-40B4-BE49-F238E27FC236}">
                <a16:creationId xmlns:a16="http://schemas.microsoft.com/office/drawing/2014/main" id="{476FB242-D080-4AB9-4E4D-CE376240F934}"/>
              </a:ext>
            </a:extLst>
          </p:cNvPr>
          <p:cNvSpPr/>
          <p:nvPr/>
        </p:nvSpPr>
        <p:spPr>
          <a:xfrm>
            <a:off x="49103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57" name="Shape 301">
            <a:extLst>
              <a:ext uri="{FF2B5EF4-FFF2-40B4-BE49-F238E27FC236}">
                <a16:creationId xmlns:a16="http://schemas.microsoft.com/office/drawing/2014/main" id="{D1BCD8A1-39D3-9DA8-4E5A-044E76CF6CEA}"/>
              </a:ext>
            </a:extLst>
          </p:cNvPr>
          <p:cNvSpPr/>
          <p:nvPr/>
        </p:nvSpPr>
        <p:spPr>
          <a:xfrm>
            <a:off x="50474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58" name="Shape 302">
            <a:extLst>
              <a:ext uri="{FF2B5EF4-FFF2-40B4-BE49-F238E27FC236}">
                <a16:creationId xmlns:a16="http://schemas.microsoft.com/office/drawing/2014/main" id="{62850299-124C-1E37-B15C-57623105CF11}"/>
              </a:ext>
            </a:extLst>
          </p:cNvPr>
          <p:cNvSpPr/>
          <p:nvPr/>
        </p:nvSpPr>
        <p:spPr>
          <a:xfrm>
            <a:off x="51846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59" name="Shape 303">
            <a:extLst>
              <a:ext uri="{FF2B5EF4-FFF2-40B4-BE49-F238E27FC236}">
                <a16:creationId xmlns:a16="http://schemas.microsoft.com/office/drawing/2014/main" id="{2C26F229-3D5C-7E81-EA9D-BAD11AE08DB4}"/>
              </a:ext>
            </a:extLst>
          </p:cNvPr>
          <p:cNvSpPr/>
          <p:nvPr/>
        </p:nvSpPr>
        <p:spPr>
          <a:xfrm>
            <a:off x="53218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60" name="Shape 304">
            <a:extLst>
              <a:ext uri="{FF2B5EF4-FFF2-40B4-BE49-F238E27FC236}">
                <a16:creationId xmlns:a16="http://schemas.microsoft.com/office/drawing/2014/main" id="{D4075E3B-4BD9-5194-0275-E49F4E38AFFB}"/>
              </a:ext>
            </a:extLst>
          </p:cNvPr>
          <p:cNvSpPr/>
          <p:nvPr/>
        </p:nvSpPr>
        <p:spPr>
          <a:xfrm>
            <a:off x="54589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61" name="Shape 305">
            <a:extLst>
              <a:ext uri="{FF2B5EF4-FFF2-40B4-BE49-F238E27FC236}">
                <a16:creationId xmlns:a16="http://schemas.microsoft.com/office/drawing/2014/main" id="{20C46B2C-9498-30A1-CD52-B58B609CA191}"/>
              </a:ext>
            </a:extLst>
          </p:cNvPr>
          <p:cNvSpPr/>
          <p:nvPr/>
        </p:nvSpPr>
        <p:spPr>
          <a:xfrm>
            <a:off x="55961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62" name="Shape 306">
            <a:extLst>
              <a:ext uri="{FF2B5EF4-FFF2-40B4-BE49-F238E27FC236}">
                <a16:creationId xmlns:a16="http://schemas.microsoft.com/office/drawing/2014/main" id="{C0586260-12DF-07A5-07BE-EE35DD64DE08}"/>
              </a:ext>
            </a:extLst>
          </p:cNvPr>
          <p:cNvSpPr/>
          <p:nvPr/>
        </p:nvSpPr>
        <p:spPr>
          <a:xfrm>
            <a:off x="57332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63" name="Shape 307">
            <a:extLst>
              <a:ext uri="{FF2B5EF4-FFF2-40B4-BE49-F238E27FC236}">
                <a16:creationId xmlns:a16="http://schemas.microsoft.com/office/drawing/2014/main" id="{FC5402C7-7BCC-638D-42F7-F958A6F01F62}"/>
              </a:ext>
            </a:extLst>
          </p:cNvPr>
          <p:cNvSpPr/>
          <p:nvPr/>
        </p:nvSpPr>
        <p:spPr>
          <a:xfrm>
            <a:off x="58704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64" name="Shape 308">
            <a:extLst>
              <a:ext uri="{FF2B5EF4-FFF2-40B4-BE49-F238E27FC236}">
                <a16:creationId xmlns:a16="http://schemas.microsoft.com/office/drawing/2014/main" id="{B424C9D6-1864-1F91-3D8A-31E405D3F718}"/>
              </a:ext>
            </a:extLst>
          </p:cNvPr>
          <p:cNvSpPr/>
          <p:nvPr/>
        </p:nvSpPr>
        <p:spPr>
          <a:xfrm>
            <a:off x="60076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65" name="Shape 309">
            <a:extLst>
              <a:ext uri="{FF2B5EF4-FFF2-40B4-BE49-F238E27FC236}">
                <a16:creationId xmlns:a16="http://schemas.microsoft.com/office/drawing/2014/main" id="{E35A6EBE-48D8-05FE-6A6F-AA73A6C6883E}"/>
              </a:ext>
            </a:extLst>
          </p:cNvPr>
          <p:cNvSpPr/>
          <p:nvPr/>
        </p:nvSpPr>
        <p:spPr>
          <a:xfrm>
            <a:off x="61447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66" name="Shape 310">
            <a:extLst>
              <a:ext uri="{FF2B5EF4-FFF2-40B4-BE49-F238E27FC236}">
                <a16:creationId xmlns:a16="http://schemas.microsoft.com/office/drawing/2014/main" id="{983B8A0A-CC16-645A-AD0B-BDABBE3882C4}"/>
              </a:ext>
            </a:extLst>
          </p:cNvPr>
          <p:cNvSpPr/>
          <p:nvPr/>
        </p:nvSpPr>
        <p:spPr>
          <a:xfrm>
            <a:off x="62819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67" name="Shape 311">
            <a:extLst>
              <a:ext uri="{FF2B5EF4-FFF2-40B4-BE49-F238E27FC236}">
                <a16:creationId xmlns:a16="http://schemas.microsoft.com/office/drawing/2014/main" id="{9B2C843A-C41B-916F-960F-28C6F23826B0}"/>
              </a:ext>
            </a:extLst>
          </p:cNvPr>
          <p:cNvSpPr/>
          <p:nvPr/>
        </p:nvSpPr>
        <p:spPr>
          <a:xfrm>
            <a:off x="64190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68" name="Shape 312">
            <a:extLst>
              <a:ext uri="{FF2B5EF4-FFF2-40B4-BE49-F238E27FC236}">
                <a16:creationId xmlns:a16="http://schemas.microsoft.com/office/drawing/2014/main" id="{4196415C-31CB-E711-30BA-15F6A5B654F7}"/>
              </a:ext>
            </a:extLst>
          </p:cNvPr>
          <p:cNvSpPr/>
          <p:nvPr/>
        </p:nvSpPr>
        <p:spPr>
          <a:xfrm>
            <a:off x="65562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69" name="Shape 313">
            <a:extLst>
              <a:ext uri="{FF2B5EF4-FFF2-40B4-BE49-F238E27FC236}">
                <a16:creationId xmlns:a16="http://schemas.microsoft.com/office/drawing/2014/main" id="{310A7EE3-DC99-2D91-7A35-04933D141B04}"/>
              </a:ext>
            </a:extLst>
          </p:cNvPr>
          <p:cNvSpPr/>
          <p:nvPr/>
        </p:nvSpPr>
        <p:spPr>
          <a:xfrm>
            <a:off x="66934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70" name="Shape 314">
            <a:extLst>
              <a:ext uri="{FF2B5EF4-FFF2-40B4-BE49-F238E27FC236}">
                <a16:creationId xmlns:a16="http://schemas.microsoft.com/office/drawing/2014/main" id="{E4D83F94-7687-D3D0-0242-0BC9711581CC}"/>
              </a:ext>
            </a:extLst>
          </p:cNvPr>
          <p:cNvSpPr/>
          <p:nvPr/>
        </p:nvSpPr>
        <p:spPr>
          <a:xfrm>
            <a:off x="68305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71" name="Shape 315">
            <a:extLst>
              <a:ext uri="{FF2B5EF4-FFF2-40B4-BE49-F238E27FC236}">
                <a16:creationId xmlns:a16="http://schemas.microsoft.com/office/drawing/2014/main" id="{BBD8901C-A4A4-73AA-60EF-F72EB37D1A39}"/>
              </a:ext>
            </a:extLst>
          </p:cNvPr>
          <p:cNvSpPr/>
          <p:nvPr/>
        </p:nvSpPr>
        <p:spPr>
          <a:xfrm>
            <a:off x="69677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72" name="Shape 316">
            <a:extLst>
              <a:ext uri="{FF2B5EF4-FFF2-40B4-BE49-F238E27FC236}">
                <a16:creationId xmlns:a16="http://schemas.microsoft.com/office/drawing/2014/main" id="{FF562711-AA2B-8ED6-AD4F-900292AC13E5}"/>
              </a:ext>
            </a:extLst>
          </p:cNvPr>
          <p:cNvSpPr/>
          <p:nvPr/>
        </p:nvSpPr>
        <p:spPr>
          <a:xfrm>
            <a:off x="71048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73" name="Shape 317">
            <a:extLst>
              <a:ext uri="{FF2B5EF4-FFF2-40B4-BE49-F238E27FC236}">
                <a16:creationId xmlns:a16="http://schemas.microsoft.com/office/drawing/2014/main" id="{BB82877B-10B7-D7C2-446E-8CD908B2BB64}"/>
              </a:ext>
            </a:extLst>
          </p:cNvPr>
          <p:cNvSpPr/>
          <p:nvPr/>
        </p:nvSpPr>
        <p:spPr>
          <a:xfrm>
            <a:off x="72420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74" name="Shape 318">
            <a:extLst>
              <a:ext uri="{FF2B5EF4-FFF2-40B4-BE49-F238E27FC236}">
                <a16:creationId xmlns:a16="http://schemas.microsoft.com/office/drawing/2014/main" id="{DADF186D-C2EA-6FD5-B15F-791116A717B0}"/>
              </a:ext>
            </a:extLst>
          </p:cNvPr>
          <p:cNvSpPr/>
          <p:nvPr/>
        </p:nvSpPr>
        <p:spPr>
          <a:xfrm>
            <a:off x="73792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75" name="Shape 319">
            <a:extLst>
              <a:ext uri="{FF2B5EF4-FFF2-40B4-BE49-F238E27FC236}">
                <a16:creationId xmlns:a16="http://schemas.microsoft.com/office/drawing/2014/main" id="{13E2325B-3433-799A-C29A-FAB4E8CA8565}"/>
              </a:ext>
            </a:extLst>
          </p:cNvPr>
          <p:cNvSpPr/>
          <p:nvPr/>
        </p:nvSpPr>
        <p:spPr>
          <a:xfrm>
            <a:off x="75163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76" name="Shape 320">
            <a:extLst>
              <a:ext uri="{FF2B5EF4-FFF2-40B4-BE49-F238E27FC236}">
                <a16:creationId xmlns:a16="http://schemas.microsoft.com/office/drawing/2014/main" id="{C8547A40-5A22-4A19-E1A0-1B90331970A8}"/>
              </a:ext>
            </a:extLst>
          </p:cNvPr>
          <p:cNvSpPr/>
          <p:nvPr/>
        </p:nvSpPr>
        <p:spPr>
          <a:xfrm>
            <a:off x="76535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77" name="Shape 321">
            <a:extLst>
              <a:ext uri="{FF2B5EF4-FFF2-40B4-BE49-F238E27FC236}">
                <a16:creationId xmlns:a16="http://schemas.microsoft.com/office/drawing/2014/main" id="{26B25279-4D3A-2DAE-E90D-CB014E8F0E7D}"/>
              </a:ext>
            </a:extLst>
          </p:cNvPr>
          <p:cNvSpPr/>
          <p:nvPr/>
        </p:nvSpPr>
        <p:spPr>
          <a:xfrm>
            <a:off x="77906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78" name="Shape 322">
            <a:extLst>
              <a:ext uri="{FF2B5EF4-FFF2-40B4-BE49-F238E27FC236}">
                <a16:creationId xmlns:a16="http://schemas.microsoft.com/office/drawing/2014/main" id="{1EE9EE78-342B-5CDE-A32E-63A26DEB1952}"/>
              </a:ext>
            </a:extLst>
          </p:cNvPr>
          <p:cNvSpPr/>
          <p:nvPr/>
        </p:nvSpPr>
        <p:spPr>
          <a:xfrm>
            <a:off x="79278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79" name="Shape 323">
            <a:extLst>
              <a:ext uri="{FF2B5EF4-FFF2-40B4-BE49-F238E27FC236}">
                <a16:creationId xmlns:a16="http://schemas.microsoft.com/office/drawing/2014/main" id="{8102ECC8-F7ED-132F-A048-3F325AD97794}"/>
              </a:ext>
            </a:extLst>
          </p:cNvPr>
          <p:cNvSpPr/>
          <p:nvPr/>
        </p:nvSpPr>
        <p:spPr>
          <a:xfrm>
            <a:off x="806500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80" name="Shape 324">
            <a:extLst>
              <a:ext uri="{FF2B5EF4-FFF2-40B4-BE49-F238E27FC236}">
                <a16:creationId xmlns:a16="http://schemas.microsoft.com/office/drawing/2014/main" id="{D3FC1351-85A1-8A3F-F90C-E236ACD17431}"/>
              </a:ext>
            </a:extLst>
          </p:cNvPr>
          <p:cNvSpPr/>
          <p:nvPr/>
        </p:nvSpPr>
        <p:spPr>
          <a:xfrm>
            <a:off x="820216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81" name="Shape 325">
            <a:extLst>
              <a:ext uri="{FF2B5EF4-FFF2-40B4-BE49-F238E27FC236}">
                <a16:creationId xmlns:a16="http://schemas.microsoft.com/office/drawing/2014/main" id="{C51DB99E-28E6-7E16-9842-CBFF7C0E6E9F}"/>
              </a:ext>
            </a:extLst>
          </p:cNvPr>
          <p:cNvSpPr/>
          <p:nvPr/>
        </p:nvSpPr>
        <p:spPr>
          <a:xfrm>
            <a:off x="833932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82" name="Shape 326">
            <a:extLst>
              <a:ext uri="{FF2B5EF4-FFF2-40B4-BE49-F238E27FC236}">
                <a16:creationId xmlns:a16="http://schemas.microsoft.com/office/drawing/2014/main" id="{EED511A2-68F4-BE9B-6154-8D1894F27EFE}"/>
              </a:ext>
            </a:extLst>
          </p:cNvPr>
          <p:cNvSpPr/>
          <p:nvPr/>
        </p:nvSpPr>
        <p:spPr>
          <a:xfrm>
            <a:off x="847648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083" name="Shape 327">
            <a:extLst>
              <a:ext uri="{FF2B5EF4-FFF2-40B4-BE49-F238E27FC236}">
                <a16:creationId xmlns:a16="http://schemas.microsoft.com/office/drawing/2014/main" id="{D7B1CB2A-9AFA-2B09-CDEE-A3402BF23757}"/>
              </a:ext>
            </a:extLst>
          </p:cNvPr>
          <p:cNvSpPr/>
          <p:nvPr/>
        </p:nvSpPr>
        <p:spPr>
          <a:xfrm>
            <a:off x="8613648" y="4617720"/>
            <a:ext cx="54864" cy="54864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pic>
        <p:nvPicPr>
          <p:cNvPr id="1085" name="Picture 1084">
            <a:extLst>
              <a:ext uri="{FF2B5EF4-FFF2-40B4-BE49-F238E27FC236}">
                <a16:creationId xmlns:a16="http://schemas.microsoft.com/office/drawing/2014/main" id="{81D2F5ED-E3DB-C136-3759-B2909F041A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0791" t="13463" b="26567"/>
          <a:stretch>
            <a:fillRect/>
          </a:stretch>
        </p:blipFill>
        <p:spPr>
          <a:xfrm rot="10800000">
            <a:off x="178308" y="4492750"/>
            <a:ext cx="333756" cy="29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34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1151</Words>
  <Application>Microsoft Office PowerPoint</Application>
  <PresentationFormat>On-screen Show (16:9)</PresentationFormat>
  <Paragraphs>225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Consolas</vt:lpstr>
      <vt:lpstr>Copperplate Gothic Bold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Risk Prevention &amp; Response Optimization Engine</dc:title>
  <dc:subject>PptxGenJS Presentation</dc:subject>
  <dc:creator>PptxGenJS</dc:creator>
  <cp:lastModifiedBy>Zian Surani</cp:lastModifiedBy>
  <cp:revision>15</cp:revision>
  <dcterms:created xsi:type="dcterms:W3CDTF">2026-04-11T08:45:02Z</dcterms:created>
  <dcterms:modified xsi:type="dcterms:W3CDTF">2026-04-11T16:37:52Z</dcterms:modified>
</cp:coreProperties>
</file>